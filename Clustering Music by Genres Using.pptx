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4" r:id="rId4"/>
    <p:sldId id="258" r:id="rId5"/>
    <p:sldId id="266" r:id="rId6"/>
    <p:sldId id="259" r:id="rId7"/>
    <p:sldId id="267" r:id="rId8"/>
    <p:sldId id="265" r:id="rId9"/>
    <p:sldId id="269" r:id="rId10"/>
    <p:sldId id="268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WESHA CHAKRABORTY" userId="575894ce5d43ccbb" providerId="LiveId" clId="{DA36BB44-0B19-4C70-9C0A-4392089E4AEE}"/>
    <pc:docChg chg="custSel modSld">
      <pc:chgData name="ANWESHA CHAKRABORTY" userId="575894ce5d43ccbb" providerId="LiveId" clId="{DA36BB44-0B19-4C70-9C0A-4392089E4AEE}" dt="2025-11-17T12:37:07.890" v="1" actId="1036"/>
      <pc:docMkLst>
        <pc:docMk/>
      </pc:docMkLst>
      <pc:sldChg chg="modSp mod">
        <pc:chgData name="ANWESHA CHAKRABORTY" userId="575894ce5d43ccbb" providerId="LiveId" clId="{DA36BB44-0B19-4C70-9C0A-4392089E4AEE}" dt="2025-11-17T12:37:07.890" v="1" actId="1036"/>
        <pc:sldMkLst>
          <pc:docMk/>
          <pc:sldMk cId="947051710" sldId="264"/>
        </pc:sldMkLst>
        <pc:graphicFrameChg chg="mod modGraphic">
          <ac:chgData name="ANWESHA CHAKRABORTY" userId="575894ce5d43ccbb" providerId="LiveId" clId="{DA36BB44-0B19-4C70-9C0A-4392089E4AEE}" dt="2025-11-17T12:37:07.890" v="1" actId="1036"/>
          <ac:graphicFrameMkLst>
            <pc:docMk/>
            <pc:sldMk cId="947051710" sldId="264"/>
            <ac:graphicFrameMk id="7" creationId="{609B5D63-0D55-6F2D-60F6-E299C352672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2"/>
                <c:pt idx="0">
                  <c:v>1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7F-4369-A223-7F66CED5AD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jazz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2"/>
                <c:pt idx="0">
                  <c:v>0.64</c:v>
                </c:pt>
                <c:pt idx="1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7F-4369-A223-7F66CED5AD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pop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2"/>
                <c:pt idx="0">
                  <c:v>0.67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7F-4369-A223-7F66CED5ADE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rock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2"/>
                <c:pt idx="0">
                  <c:v>1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7F-4369-A223-7F66CED5AD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054105007"/>
        <c:axId val="2054106927"/>
      </c:barChart>
      <c:catAx>
        <c:axId val="2054105007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4106927"/>
        <c:crosses val="autoZero"/>
        <c:auto val="1"/>
        <c:lblAlgn val="ctr"/>
        <c:lblOffset val="100"/>
        <c:noMultiLvlLbl val="0"/>
      </c:catAx>
      <c:valAx>
        <c:axId val="20541069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4105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3671051366611177"/>
          <c:y val="6.2953466226738794E-2"/>
          <c:w val="0.37790992921908884"/>
          <c:h val="9.00102951052697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PCA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Silhouette</c:v>
                </c:pt>
                <c:pt idx="1">
                  <c:v>RI</c:v>
                </c:pt>
                <c:pt idx="2">
                  <c:v>ARI</c:v>
                </c:pt>
                <c:pt idx="3">
                  <c:v>NMI</c:v>
                </c:pt>
                <c:pt idx="4">
                  <c:v>Purity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0.4945</c:v>
                </c:pt>
                <c:pt idx="1">
                  <c:v>0.47310000000000002</c:v>
                </c:pt>
                <c:pt idx="2">
                  <c:v>0.11</c:v>
                </c:pt>
                <c:pt idx="3">
                  <c:v>0.31879999999999997</c:v>
                </c:pt>
                <c:pt idx="4">
                  <c:v>0.43120000000000003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8F-4F9A-B58D-2AA0DB0859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PCA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Silhouette</c:v>
                </c:pt>
                <c:pt idx="1">
                  <c:v>RI</c:v>
                </c:pt>
                <c:pt idx="2">
                  <c:v>ARI</c:v>
                </c:pt>
                <c:pt idx="3">
                  <c:v>NMI</c:v>
                </c:pt>
                <c:pt idx="4">
                  <c:v>Purity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0.18229999999999999</c:v>
                </c:pt>
                <c:pt idx="1">
                  <c:v>0.75490000000000002</c:v>
                </c:pt>
                <c:pt idx="2">
                  <c:v>0.36499999999999999</c:v>
                </c:pt>
                <c:pt idx="3">
                  <c:v>0.44500000000000001</c:v>
                </c:pt>
                <c:pt idx="4">
                  <c:v>0.66879999999999995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8F-4F9A-B58D-2AA0DB08590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15969679"/>
        <c:axId val="215972079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-5400000" spcFirstLastPara="1" vertOverflow="clip" horzOverflow="clip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64" b="0" i="0" u="none" strike="noStrike" kern="12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Silhouette</c:v>
                      </c:pt>
                      <c:pt idx="1">
                        <c:v>RI</c:v>
                      </c:pt>
                      <c:pt idx="2">
                        <c:v>ARI</c:v>
                      </c:pt>
                      <c:pt idx="3">
                        <c:v>NMI</c:v>
                      </c:pt>
                      <c:pt idx="4">
                        <c:v>Purity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898F-4F9A-B58D-2AA0DB08590F}"/>
                  </c:ext>
                </c:extLst>
              </c15:ser>
            </c15:filteredBarSeries>
          </c:ext>
        </c:extLst>
      </c:barChart>
      <c:catAx>
        <c:axId val="21596967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5972079"/>
        <c:crosses val="autoZero"/>
        <c:auto val="1"/>
        <c:lblAlgn val="ctr"/>
        <c:lblOffset val="100"/>
        <c:noMultiLvlLbl val="0"/>
      </c:catAx>
      <c:valAx>
        <c:axId val="2159720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596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precesion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7-4E89-B5DF-08E4298504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jazz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precesion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D7-4E89-B5DF-08E4298504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pop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precesion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3"/>
                <c:pt idx="0">
                  <c:v>1</c:v>
                </c:pt>
                <c:pt idx="1">
                  <c:v>0.83</c:v>
                </c:pt>
                <c:pt idx="2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D7-4E89-B5DF-08E4298504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rock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precesion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3"/>
                <c:pt idx="0">
                  <c:v>0.88</c:v>
                </c:pt>
                <c:pt idx="1">
                  <c:v>1</c:v>
                </c:pt>
                <c:pt idx="2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CD7-4E89-B5DF-08E4298504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79508559"/>
        <c:axId val="279525359"/>
      </c:barChart>
      <c:catAx>
        <c:axId val="27950855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525359"/>
        <c:crosses val="autoZero"/>
        <c:auto val="1"/>
        <c:lblAlgn val="ctr"/>
        <c:lblOffset val="100"/>
        <c:noMultiLvlLbl val="0"/>
      </c:catAx>
      <c:valAx>
        <c:axId val="2795253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9508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1535357917172974"/>
          <c:y val="2.4864537218100757E-3"/>
          <c:w val="0.37261768268267026"/>
          <c:h val="9.06658918850764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B715AF-D39B-4B75-B314-0732DF8BDA10}" type="doc">
      <dgm:prSet loTypeId="urn:microsoft.com/office/officeart/2005/8/layout/process2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8C86120A-00C1-4B75-A8DF-DF7C6AAC697F}">
      <dgm:prSet custT="1"/>
      <dgm:spPr/>
      <dgm:t>
        <a:bodyPr/>
        <a:lstStyle/>
        <a:p>
          <a:pPr>
            <a:buNone/>
          </a:pPr>
          <a:r>
            <a:rPr lang="en-US" sz="1400" b="0" i="0" dirty="0">
              <a:latin typeface="Arial Rounded MT Bold" panose="020F0704030504030204" pitchFamily="34" charset="0"/>
            </a:rPr>
            <a:t>Collected 40 songs per genre from YouTube</a:t>
          </a:r>
        </a:p>
      </dgm:t>
    </dgm:pt>
    <dgm:pt modelId="{55C3D6E0-F1C1-4816-96CB-2F3E92B0EB64}" type="parTrans" cxnId="{A46523D5-EEDB-40FB-A450-D10FEE4E0BCD}">
      <dgm:prSet/>
      <dgm:spPr/>
      <dgm:t>
        <a:bodyPr/>
        <a:lstStyle/>
        <a:p>
          <a:endParaRPr lang="en-IN"/>
        </a:p>
      </dgm:t>
    </dgm:pt>
    <dgm:pt modelId="{5EA88105-6126-419B-BC73-B5BF30772325}" type="sibTrans" cxnId="{A46523D5-EEDB-40FB-A450-D10FEE4E0BCD}">
      <dgm:prSet/>
      <dgm:spPr/>
      <dgm:t>
        <a:bodyPr/>
        <a:lstStyle/>
        <a:p>
          <a:endParaRPr lang="en-IN"/>
        </a:p>
      </dgm:t>
    </dgm:pt>
    <dgm:pt modelId="{808B0821-5E8F-4287-BBFA-E05214EDA0ED}">
      <dgm:prSet custT="1"/>
      <dgm:spPr/>
      <dgm:t>
        <a:bodyPr/>
        <a:lstStyle/>
        <a:p>
          <a:pPr>
            <a:buNone/>
          </a:pPr>
          <a:r>
            <a:rPr lang="en-IN" sz="1400" b="0" i="0" dirty="0">
              <a:latin typeface="Arial Rounded MT Bold" panose="020F0704030504030204" pitchFamily="34" charset="0"/>
            </a:rPr>
            <a:t>Downloaded audio using </a:t>
          </a:r>
          <a:r>
            <a:rPr lang="en-IN" sz="1400" b="0" i="0" dirty="0" err="1">
              <a:latin typeface="Arial Rounded MT Bold" panose="020F0704030504030204" pitchFamily="34" charset="0"/>
            </a:rPr>
            <a:t>yt-dlp</a:t>
          </a:r>
          <a:endParaRPr lang="en-IN" sz="1400" b="0" i="0" dirty="0">
            <a:latin typeface="Arial Rounded MT Bold" panose="020F0704030504030204" pitchFamily="34" charset="0"/>
          </a:endParaRPr>
        </a:p>
      </dgm:t>
    </dgm:pt>
    <dgm:pt modelId="{E12FA300-876A-46F8-B74A-1E0FEC773ED7}" type="parTrans" cxnId="{AE2F8DBF-D37C-4003-B4B3-1F28DA1B4CED}">
      <dgm:prSet/>
      <dgm:spPr/>
      <dgm:t>
        <a:bodyPr/>
        <a:lstStyle/>
        <a:p>
          <a:endParaRPr lang="en-IN"/>
        </a:p>
      </dgm:t>
    </dgm:pt>
    <dgm:pt modelId="{99E5E8CB-E9A2-4842-8B90-2966AF5C1863}" type="sibTrans" cxnId="{AE2F8DBF-D37C-4003-B4B3-1F28DA1B4CED}">
      <dgm:prSet/>
      <dgm:spPr/>
      <dgm:t>
        <a:bodyPr/>
        <a:lstStyle/>
        <a:p>
          <a:endParaRPr lang="en-IN"/>
        </a:p>
      </dgm:t>
    </dgm:pt>
    <dgm:pt modelId="{BE063DE2-CD24-4E99-9EFB-B6D948CEDB17}">
      <dgm:prSet custT="1"/>
      <dgm:spPr/>
      <dgm:t>
        <a:bodyPr/>
        <a:lstStyle/>
        <a:p>
          <a:pPr>
            <a:buNone/>
          </a:pPr>
          <a:r>
            <a:rPr lang="en-US" sz="1400" b="0" i="0" dirty="0">
              <a:latin typeface="Arial Rounded MT Bold" panose="020F0704030504030204" pitchFamily="34" charset="0"/>
            </a:rPr>
            <a:t>Converted to mono &amp; resampled to 44.1 kHz</a:t>
          </a:r>
        </a:p>
      </dgm:t>
    </dgm:pt>
    <dgm:pt modelId="{429FE19C-1BD6-4A13-A503-D5E8048871D1}" type="parTrans" cxnId="{47A56786-AFF4-467A-B159-662709705FC7}">
      <dgm:prSet/>
      <dgm:spPr/>
      <dgm:t>
        <a:bodyPr/>
        <a:lstStyle/>
        <a:p>
          <a:endParaRPr lang="en-IN"/>
        </a:p>
      </dgm:t>
    </dgm:pt>
    <dgm:pt modelId="{B82FA1F6-ECDB-4CC0-A72F-F9FA1C25227A}" type="sibTrans" cxnId="{47A56786-AFF4-467A-B159-662709705FC7}">
      <dgm:prSet/>
      <dgm:spPr/>
      <dgm:t>
        <a:bodyPr/>
        <a:lstStyle/>
        <a:p>
          <a:endParaRPr lang="en-IN"/>
        </a:p>
      </dgm:t>
    </dgm:pt>
    <dgm:pt modelId="{56232C1E-48F6-46FD-BCBD-38815E243BBF}">
      <dgm:prSet custT="1"/>
      <dgm:spPr/>
      <dgm:t>
        <a:bodyPr/>
        <a:lstStyle/>
        <a:p>
          <a:pPr>
            <a:buNone/>
          </a:pPr>
          <a:r>
            <a:rPr lang="en-US" sz="1400" b="0" i="0" dirty="0">
              <a:latin typeface="Arial Rounded MT Bold" panose="020F0704030504030204" pitchFamily="34" charset="0"/>
            </a:rPr>
            <a:t>Converted MP3 files to WAV format</a:t>
          </a:r>
        </a:p>
      </dgm:t>
    </dgm:pt>
    <dgm:pt modelId="{6A434C11-831A-4567-9633-0846F9BCB4EF}" type="parTrans" cxnId="{A036592D-C993-4F4C-B725-8DF2D25C214D}">
      <dgm:prSet/>
      <dgm:spPr/>
      <dgm:t>
        <a:bodyPr/>
        <a:lstStyle/>
        <a:p>
          <a:endParaRPr lang="en-IN"/>
        </a:p>
      </dgm:t>
    </dgm:pt>
    <dgm:pt modelId="{03BBE13C-810C-4D7E-9CC4-FFF0990D4DDD}" type="sibTrans" cxnId="{A036592D-C993-4F4C-B725-8DF2D25C214D}">
      <dgm:prSet/>
      <dgm:spPr/>
      <dgm:t>
        <a:bodyPr/>
        <a:lstStyle/>
        <a:p>
          <a:endParaRPr lang="en-IN"/>
        </a:p>
      </dgm:t>
    </dgm:pt>
    <dgm:pt modelId="{9135DD2E-8450-4E2E-8929-F189F6428635}">
      <dgm:prSet custT="1"/>
      <dgm:spPr/>
      <dgm:t>
        <a:bodyPr/>
        <a:lstStyle/>
        <a:p>
          <a:pPr>
            <a:buNone/>
          </a:pPr>
          <a:r>
            <a:rPr lang="en-US" sz="1400" b="0" i="0" dirty="0">
              <a:latin typeface="Arial Rounded MT Bold" panose="020F0704030504030204" pitchFamily="34" charset="0"/>
            </a:rPr>
            <a:t>Trimmed all audio to 30 seconds</a:t>
          </a:r>
        </a:p>
      </dgm:t>
    </dgm:pt>
    <dgm:pt modelId="{99233610-F6EA-44FA-9F53-4CFFBB1BD603}" type="parTrans" cxnId="{644AEA31-C02F-4BE4-AB1A-C0293B2B6652}">
      <dgm:prSet/>
      <dgm:spPr/>
      <dgm:t>
        <a:bodyPr/>
        <a:lstStyle/>
        <a:p>
          <a:endParaRPr lang="en-IN"/>
        </a:p>
      </dgm:t>
    </dgm:pt>
    <dgm:pt modelId="{5B467AC8-B7CB-45D9-81BE-C1BACEDAEA2B}" type="sibTrans" cxnId="{644AEA31-C02F-4BE4-AB1A-C0293B2B6652}">
      <dgm:prSet/>
      <dgm:spPr/>
      <dgm:t>
        <a:bodyPr/>
        <a:lstStyle/>
        <a:p>
          <a:endParaRPr lang="en-IN"/>
        </a:p>
      </dgm:t>
    </dgm:pt>
    <dgm:pt modelId="{9DC56E44-D9F6-41FB-88D1-34C26C215BE0}">
      <dgm:prSet custT="1"/>
      <dgm:spPr/>
      <dgm:t>
        <a:bodyPr/>
        <a:lstStyle/>
        <a:p>
          <a:pPr>
            <a:buNone/>
          </a:pPr>
          <a:r>
            <a:rPr lang="en-US" sz="1400" b="0" i="0">
              <a:latin typeface="Arial Rounded MT Bold" panose="020F0704030504030204" pitchFamily="34" charset="0"/>
            </a:rPr>
            <a:t>Applied FT </a:t>
          </a:r>
          <a:r>
            <a:rPr lang="en-US" sz="1400" b="0" i="0" dirty="0">
              <a:latin typeface="Arial Rounded MT Bold" panose="020F0704030504030204" pitchFamily="34" charset="0"/>
            </a:rPr>
            <a:t>for frequency-domain analysis</a:t>
          </a:r>
        </a:p>
      </dgm:t>
    </dgm:pt>
    <dgm:pt modelId="{0B805747-2941-42DC-A58D-E851C74CD109}" type="parTrans" cxnId="{8663BB0A-C6C1-4D14-82B2-AE128B9F354E}">
      <dgm:prSet/>
      <dgm:spPr/>
      <dgm:t>
        <a:bodyPr/>
        <a:lstStyle/>
        <a:p>
          <a:endParaRPr lang="en-IN"/>
        </a:p>
      </dgm:t>
    </dgm:pt>
    <dgm:pt modelId="{8D62903B-E900-4CDF-BE99-8DDA147E9698}" type="sibTrans" cxnId="{8663BB0A-C6C1-4D14-82B2-AE128B9F354E}">
      <dgm:prSet/>
      <dgm:spPr/>
      <dgm:t>
        <a:bodyPr/>
        <a:lstStyle/>
        <a:p>
          <a:endParaRPr lang="en-IN"/>
        </a:p>
      </dgm:t>
    </dgm:pt>
    <dgm:pt modelId="{E8B578C9-68DD-4481-9A35-E3EA49C6464C}">
      <dgm:prSet custT="1"/>
      <dgm:spPr/>
      <dgm:t>
        <a:bodyPr/>
        <a:lstStyle/>
        <a:p>
          <a:pPr>
            <a:buNone/>
          </a:pPr>
          <a:r>
            <a:rPr lang="en-US" sz="1400" b="0" i="0" dirty="0">
              <a:latin typeface="Arial Rounded MT Bold" panose="020F0704030504030204" pitchFamily="34" charset="0"/>
            </a:rPr>
            <a:t>Extracted 20 mel-band features (0–2000 Hz)</a:t>
          </a:r>
        </a:p>
      </dgm:t>
    </dgm:pt>
    <dgm:pt modelId="{EC5C57AD-8ED6-4F76-B53E-B2A6AD9B47A8}" type="parTrans" cxnId="{28DF50FB-B849-4A31-B659-64433649B85C}">
      <dgm:prSet/>
      <dgm:spPr/>
      <dgm:t>
        <a:bodyPr/>
        <a:lstStyle/>
        <a:p>
          <a:endParaRPr lang="en-IN"/>
        </a:p>
      </dgm:t>
    </dgm:pt>
    <dgm:pt modelId="{5181A9D8-355C-475B-AAFB-18BB79E148A3}" type="sibTrans" cxnId="{28DF50FB-B849-4A31-B659-64433649B85C}">
      <dgm:prSet/>
      <dgm:spPr/>
      <dgm:t>
        <a:bodyPr/>
        <a:lstStyle/>
        <a:p>
          <a:endParaRPr lang="en-IN"/>
        </a:p>
      </dgm:t>
    </dgm:pt>
    <dgm:pt modelId="{3E1E575C-5ADF-4D86-883D-4881DC296A3D}">
      <dgm:prSet custT="1"/>
      <dgm:spPr/>
      <dgm:t>
        <a:bodyPr/>
        <a:lstStyle/>
        <a:p>
          <a:pPr>
            <a:buNone/>
          </a:pPr>
          <a:r>
            <a:rPr lang="en-US" sz="1400" b="0" i="0" dirty="0">
              <a:latin typeface="Arial Rounded MT Bold" panose="020F0704030504030204" pitchFamily="34" charset="0"/>
            </a:rPr>
            <a:t>Stored features in 4 CSV files</a:t>
          </a:r>
        </a:p>
      </dgm:t>
    </dgm:pt>
    <dgm:pt modelId="{D24D6F66-4F71-4FBF-8B62-2E6206837A6B}" type="parTrans" cxnId="{7AA43C25-832C-4979-82C2-C4CD90912440}">
      <dgm:prSet/>
      <dgm:spPr/>
      <dgm:t>
        <a:bodyPr/>
        <a:lstStyle/>
        <a:p>
          <a:endParaRPr lang="en-IN"/>
        </a:p>
      </dgm:t>
    </dgm:pt>
    <dgm:pt modelId="{55FCECAD-A57C-4499-A658-BD9F062D0EE3}" type="sibTrans" cxnId="{7AA43C25-832C-4979-82C2-C4CD90912440}">
      <dgm:prSet/>
      <dgm:spPr/>
      <dgm:t>
        <a:bodyPr/>
        <a:lstStyle/>
        <a:p>
          <a:endParaRPr lang="en-IN"/>
        </a:p>
      </dgm:t>
    </dgm:pt>
    <dgm:pt modelId="{E99BEA6F-40B7-4A58-B22A-42375599BFF0}">
      <dgm:prSet custT="1"/>
      <dgm:spPr/>
      <dgm:t>
        <a:bodyPr/>
        <a:lstStyle/>
        <a:p>
          <a:pPr>
            <a:buNone/>
          </a:pPr>
          <a:r>
            <a:rPr lang="en-US" sz="1400" b="0" i="0" dirty="0">
              <a:latin typeface="Arial Rounded MT Bold" panose="020F0704030504030204" pitchFamily="34" charset="0"/>
            </a:rPr>
            <a:t>Combined all CSVs into one final dataset</a:t>
          </a:r>
        </a:p>
      </dgm:t>
    </dgm:pt>
    <dgm:pt modelId="{C094EB57-86E8-4CCB-BD36-EBA5E986805E}" type="parTrans" cxnId="{21A6AD0A-8D56-4FB6-8A67-7F94BD6F4D22}">
      <dgm:prSet/>
      <dgm:spPr/>
      <dgm:t>
        <a:bodyPr/>
        <a:lstStyle/>
        <a:p>
          <a:endParaRPr lang="en-IN"/>
        </a:p>
      </dgm:t>
    </dgm:pt>
    <dgm:pt modelId="{9776D9C8-6F0F-4FF9-A456-DEEFAEA4DD86}" type="sibTrans" cxnId="{21A6AD0A-8D56-4FB6-8A67-7F94BD6F4D22}">
      <dgm:prSet/>
      <dgm:spPr/>
      <dgm:t>
        <a:bodyPr/>
        <a:lstStyle/>
        <a:p>
          <a:endParaRPr lang="en-IN"/>
        </a:p>
      </dgm:t>
    </dgm:pt>
    <dgm:pt modelId="{773CA607-10DF-44BA-91FD-94BE7DA62650}" type="pres">
      <dgm:prSet presAssocID="{04B715AF-D39B-4B75-B314-0732DF8BDA10}" presName="linearFlow" presStyleCnt="0">
        <dgm:presLayoutVars>
          <dgm:resizeHandles val="exact"/>
        </dgm:presLayoutVars>
      </dgm:prSet>
      <dgm:spPr/>
    </dgm:pt>
    <dgm:pt modelId="{96339D2D-B3E4-45CD-B7C3-59B637AE92C9}" type="pres">
      <dgm:prSet presAssocID="{8C86120A-00C1-4B75-A8DF-DF7C6AAC697F}" presName="node" presStyleLbl="node1" presStyleIdx="0" presStyleCnt="9" custScaleX="295178" custScaleY="133100" custLinFactNeighborX="-75722" custLinFactNeighborY="67507">
        <dgm:presLayoutVars>
          <dgm:bulletEnabled val="1"/>
        </dgm:presLayoutVars>
      </dgm:prSet>
      <dgm:spPr/>
    </dgm:pt>
    <dgm:pt modelId="{5B19EB29-0EBB-40DA-AD0A-03E95E127BF7}" type="pres">
      <dgm:prSet presAssocID="{5EA88105-6126-419B-BC73-B5BF30772325}" presName="sibTrans" presStyleLbl="sibTrans2D1" presStyleIdx="0" presStyleCnt="8"/>
      <dgm:spPr/>
    </dgm:pt>
    <dgm:pt modelId="{11ED87C3-AD90-48A4-9F10-E856747B93E4}" type="pres">
      <dgm:prSet presAssocID="{5EA88105-6126-419B-BC73-B5BF30772325}" presName="connectorText" presStyleLbl="sibTrans2D1" presStyleIdx="0" presStyleCnt="8"/>
      <dgm:spPr/>
    </dgm:pt>
    <dgm:pt modelId="{9E6CAD73-FB6C-4B49-BC6F-7B7C21BE683B}" type="pres">
      <dgm:prSet presAssocID="{808B0821-5E8F-4287-BBFA-E05214EDA0ED}" presName="node" presStyleLbl="node1" presStyleIdx="1" presStyleCnt="9" custScaleX="294419" custScaleY="133100" custLinFactY="9734" custLinFactNeighborX="-76067" custLinFactNeighborY="100000">
        <dgm:presLayoutVars>
          <dgm:bulletEnabled val="1"/>
        </dgm:presLayoutVars>
      </dgm:prSet>
      <dgm:spPr/>
    </dgm:pt>
    <dgm:pt modelId="{83C1777A-A2CB-4C48-B7FA-37898ACCA82F}" type="pres">
      <dgm:prSet presAssocID="{99E5E8CB-E9A2-4842-8B90-2966AF5C1863}" presName="sibTrans" presStyleLbl="sibTrans2D1" presStyleIdx="1" presStyleCnt="8"/>
      <dgm:spPr/>
    </dgm:pt>
    <dgm:pt modelId="{6D147A66-486C-4D9B-A3D7-985D8F21D16C}" type="pres">
      <dgm:prSet presAssocID="{99E5E8CB-E9A2-4842-8B90-2966AF5C1863}" presName="connectorText" presStyleLbl="sibTrans2D1" presStyleIdx="1" presStyleCnt="8"/>
      <dgm:spPr/>
    </dgm:pt>
    <dgm:pt modelId="{076E730B-283E-4C70-9FA8-955A9C7AC5D5}" type="pres">
      <dgm:prSet presAssocID="{BE063DE2-CD24-4E99-9EFB-B6D948CEDB17}" presName="node" presStyleLbl="node1" presStyleIdx="2" presStyleCnt="9" custScaleX="295097" custScaleY="133100" custLinFactY="34384" custLinFactNeighborX="-75759" custLinFactNeighborY="100000">
        <dgm:presLayoutVars>
          <dgm:bulletEnabled val="1"/>
        </dgm:presLayoutVars>
      </dgm:prSet>
      <dgm:spPr/>
    </dgm:pt>
    <dgm:pt modelId="{064B8BD3-3164-4BFB-B020-9831CCA48BAA}" type="pres">
      <dgm:prSet presAssocID="{B82FA1F6-ECDB-4CC0-A72F-F9FA1C25227A}" presName="sibTrans" presStyleLbl="sibTrans2D1" presStyleIdx="2" presStyleCnt="8"/>
      <dgm:spPr/>
    </dgm:pt>
    <dgm:pt modelId="{791E26AF-F4A9-471E-81A9-894F3D6EE3E4}" type="pres">
      <dgm:prSet presAssocID="{B82FA1F6-ECDB-4CC0-A72F-F9FA1C25227A}" presName="connectorText" presStyleLbl="sibTrans2D1" presStyleIdx="2" presStyleCnt="8"/>
      <dgm:spPr/>
    </dgm:pt>
    <dgm:pt modelId="{D0A66E15-DDE8-4E4C-A4C1-0A597A4A254E}" type="pres">
      <dgm:prSet presAssocID="{56232C1E-48F6-46FD-BCBD-38815E243BBF}" presName="node" presStyleLbl="node1" presStyleIdx="3" presStyleCnt="9" custScaleX="293062" custScaleY="133100" custLinFactY="70555" custLinFactNeighborX="-76684" custLinFactNeighborY="100000">
        <dgm:presLayoutVars>
          <dgm:bulletEnabled val="1"/>
        </dgm:presLayoutVars>
      </dgm:prSet>
      <dgm:spPr/>
    </dgm:pt>
    <dgm:pt modelId="{E8FEF3F3-D83C-44D0-8C81-2BBFB016ADC5}" type="pres">
      <dgm:prSet presAssocID="{03BBE13C-810C-4D7E-9CC4-FFF0990D4DDD}" presName="sibTrans" presStyleLbl="sibTrans2D1" presStyleIdx="3" presStyleCnt="8"/>
      <dgm:spPr/>
    </dgm:pt>
    <dgm:pt modelId="{AFB4697E-46C7-4B70-ADD1-747131D37E16}" type="pres">
      <dgm:prSet presAssocID="{03BBE13C-810C-4D7E-9CC4-FFF0990D4DDD}" presName="connectorText" presStyleLbl="sibTrans2D1" presStyleIdx="3" presStyleCnt="8"/>
      <dgm:spPr/>
    </dgm:pt>
    <dgm:pt modelId="{57DBE901-020C-4A4A-AC0C-79EF93BD3F16}" type="pres">
      <dgm:prSet presAssocID="{9135DD2E-8450-4E2E-8929-F189F6428635}" presName="node" presStyleLbl="node1" presStyleIdx="4" presStyleCnt="9" custScaleX="293742" custScaleY="133100" custLinFactY="99050" custLinFactNeighborX="-76067" custLinFactNeighborY="100000">
        <dgm:presLayoutVars>
          <dgm:bulletEnabled val="1"/>
        </dgm:presLayoutVars>
      </dgm:prSet>
      <dgm:spPr/>
    </dgm:pt>
    <dgm:pt modelId="{302DC62D-6903-4BA2-9324-74A764926265}" type="pres">
      <dgm:prSet presAssocID="{5B467AC8-B7CB-45D9-81BE-C1BACEDAEA2B}" presName="sibTrans" presStyleLbl="sibTrans2D1" presStyleIdx="4" presStyleCnt="8"/>
      <dgm:spPr/>
    </dgm:pt>
    <dgm:pt modelId="{8D62AA2F-8649-41D3-85C3-4EC82A9A7561}" type="pres">
      <dgm:prSet presAssocID="{5B467AC8-B7CB-45D9-81BE-C1BACEDAEA2B}" presName="connectorText" presStyleLbl="sibTrans2D1" presStyleIdx="4" presStyleCnt="8"/>
      <dgm:spPr/>
    </dgm:pt>
    <dgm:pt modelId="{F3DE0550-E007-4589-B8C7-82A55FD01396}" type="pres">
      <dgm:prSet presAssocID="{9DC56E44-D9F6-41FB-88D1-34C26C215BE0}" presName="node" presStyleLbl="node1" presStyleIdx="5" presStyleCnt="9" custScaleX="302048" custScaleY="133100" custLinFactX="100000" custLinFactNeighborX="168558" custLinFactNeighborY="-57471">
        <dgm:presLayoutVars>
          <dgm:bulletEnabled val="1"/>
        </dgm:presLayoutVars>
      </dgm:prSet>
      <dgm:spPr/>
    </dgm:pt>
    <dgm:pt modelId="{96DD3BD3-13E2-4ECE-A92E-431F1AE2A1A5}" type="pres">
      <dgm:prSet presAssocID="{8D62903B-E900-4CDF-BE99-8DDA147E9698}" presName="sibTrans" presStyleLbl="sibTrans2D1" presStyleIdx="5" presStyleCnt="8"/>
      <dgm:spPr/>
    </dgm:pt>
    <dgm:pt modelId="{FC554345-6960-4270-A8F8-01357DBF54E6}" type="pres">
      <dgm:prSet presAssocID="{8D62903B-E900-4CDF-BE99-8DDA147E9698}" presName="connectorText" presStyleLbl="sibTrans2D1" presStyleIdx="5" presStyleCnt="8"/>
      <dgm:spPr/>
    </dgm:pt>
    <dgm:pt modelId="{29A959FD-0A00-467D-BB23-038C7A3ACA7C}" type="pres">
      <dgm:prSet presAssocID="{E8B578C9-68DD-4481-9A35-E3EA49C6464C}" presName="node" presStyleLbl="node1" presStyleIdx="6" presStyleCnt="9" custScaleX="302048" custScaleY="133100" custLinFactX="100000" custLinFactY="-276175" custLinFactNeighborX="168558" custLinFactNeighborY="-300000">
        <dgm:presLayoutVars>
          <dgm:bulletEnabled val="1"/>
        </dgm:presLayoutVars>
      </dgm:prSet>
      <dgm:spPr/>
    </dgm:pt>
    <dgm:pt modelId="{CCAC84A3-06CB-4544-AF97-21FBAF09FD63}" type="pres">
      <dgm:prSet presAssocID="{5181A9D8-355C-475B-AAFB-18BB79E148A3}" presName="sibTrans" presStyleLbl="sibTrans2D1" presStyleIdx="6" presStyleCnt="8"/>
      <dgm:spPr/>
    </dgm:pt>
    <dgm:pt modelId="{228480AF-5A38-443C-9EA8-1E841D04D0B5}" type="pres">
      <dgm:prSet presAssocID="{5181A9D8-355C-475B-AAFB-18BB79E148A3}" presName="connectorText" presStyleLbl="sibTrans2D1" presStyleIdx="6" presStyleCnt="8"/>
      <dgm:spPr/>
    </dgm:pt>
    <dgm:pt modelId="{DB1D8083-6AA0-4FBD-B845-A5A74D351478}" type="pres">
      <dgm:prSet presAssocID="{3E1E575C-5ADF-4D86-883D-4881DC296A3D}" presName="node" presStyleLbl="node1" presStyleIdx="7" presStyleCnt="9" custScaleX="302048" custScaleY="133100" custLinFactX="100000" custLinFactY="-517805" custLinFactNeighborX="168558" custLinFactNeighborY="-600000">
        <dgm:presLayoutVars>
          <dgm:bulletEnabled val="1"/>
        </dgm:presLayoutVars>
      </dgm:prSet>
      <dgm:spPr/>
    </dgm:pt>
    <dgm:pt modelId="{E6C168FB-A52F-4610-8FE9-F2C075FBF70E}" type="pres">
      <dgm:prSet presAssocID="{55FCECAD-A57C-4499-A658-BD9F062D0EE3}" presName="sibTrans" presStyleLbl="sibTrans2D1" presStyleIdx="7" presStyleCnt="8"/>
      <dgm:spPr/>
    </dgm:pt>
    <dgm:pt modelId="{5D73B4B6-FE06-446F-A142-C93D4A36C65B}" type="pres">
      <dgm:prSet presAssocID="{55FCECAD-A57C-4499-A658-BD9F062D0EE3}" presName="connectorText" presStyleLbl="sibTrans2D1" presStyleIdx="7" presStyleCnt="8"/>
      <dgm:spPr/>
    </dgm:pt>
    <dgm:pt modelId="{F658D371-C33B-4152-9792-838F66735B9B}" type="pres">
      <dgm:prSet presAssocID="{E99BEA6F-40B7-4A58-B22A-42375599BFF0}" presName="node" presStyleLbl="node1" presStyleIdx="8" presStyleCnt="9" custScaleX="297747" custScaleY="133100" custLinFactX="100000" custLinFactY="-800000" custLinFactNeighborX="170709" custLinFactNeighborY="-827731">
        <dgm:presLayoutVars>
          <dgm:bulletEnabled val="1"/>
        </dgm:presLayoutVars>
      </dgm:prSet>
      <dgm:spPr/>
    </dgm:pt>
  </dgm:ptLst>
  <dgm:cxnLst>
    <dgm:cxn modelId="{2E158B08-5735-4A3B-9172-76EB46CD26E3}" type="presOf" srcId="{56232C1E-48F6-46FD-BCBD-38815E243BBF}" destId="{D0A66E15-DDE8-4E4C-A4C1-0A597A4A254E}" srcOrd="0" destOrd="0" presId="urn:microsoft.com/office/officeart/2005/8/layout/process2"/>
    <dgm:cxn modelId="{21A6AD0A-8D56-4FB6-8A67-7F94BD6F4D22}" srcId="{04B715AF-D39B-4B75-B314-0732DF8BDA10}" destId="{E99BEA6F-40B7-4A58-B22A-42375599BFF0}" srcOrd="8" destOrd="0" parTransId="{C094EB57-86E8-4CCB-BD36-EBA5E986805E}" sibTransId="{9776D9C8-6F0F-4FF9-A456-DEEFAEA4DD86}"/>
    <dgm:cxn modelId="{8663BB0A-C6C1-4D14-82B2-AE128B9F354E}" srcId="{04B715AF-D39B-4B75-B314-0732DF8BDA10}" destId="{9DC56E44-D9F6-41FB-88D1-34C26C215BE0}" srcOrd="5" destOrd="0" parTransId="{0B805747-2941-42DC-A58D-E851C74CD109}" sibTransId="{8D62903B-E900-4CDF-BE99-8DDA147E9698}"/>
    <dgm:cxn modelId="{03D0F318-F652-4659-96C8-3FA4106D07F9}" type="presOf" srcId="{55FCECAD-A57C-4499-A658-BD9F062D0EE3}" destId="{E6C168FB-A52F-4610-8FE9-F2C075FBF70E}" srcOrd="0" destOrd="0" presId="urn:microsoft.com/office/officeart/2005/8/layout/process2"/>
    <dgm:cxn modelId="{7AA43C25-832C-4979-82C2-C4CD90912440}" srcId="{04B715AF-D39B-4B75-B314-0732DF8BDA10}" destId="{3E1E575C-5ADF-4D86-883D-4881DC296A3D}" srcOrd="7" destOrd="0" parTransId="{D24D6F66-4F71-4FBF-8B62-2E6206837A6B}" sibTransId="{55FCECAD-A57C-4499-A658-BD9F062D0EE3}"/>
    <dgm:cxn modelId="{A036592D-C993-4F4C-B725-8DF2D25C214D}" srcId="{04B715AF-D39B-4B75-B314-0732DF8BDA10}" destId="{56232C1E-48F6-46FD-BCBD-38815E243BBF}" srcOrd="3" destOrd="0" parTransId="{6A434C11-831A-4567-9633-0846F9BCB4EF}" sibTransId="{03BBE13C-810C-4D7E-9CC4-FFF0990D4DDD}"/>
    <dgm:cxn modelId="{86D76030-B774-494B-827D-128B88A5BB91}" type="presOf" srcId="{B82FA1F6-ECDB-4CC0-A72F-F9FA1C25227A}" destId="{791E26AF-F4A9-471E-81A9-894F3D6EE3E4}" srcOrd="1" destOrd="0" presId="urn:microsoft.com/office/officeart/2005/8/layout/process2"/>
    <dgm:cxn modelId="{97025530-4781-48A3-A9CA-7BB9BD0E1F51}" type="presOf" srcId="{5B467AC8-B7CB-45D9-81BE-C1BACEDAEA2B}" destId="{302DC62D-6903-4BA2-9324-74A764926265}" srcOrd="0" destOrd="0" presId="urn:microsoft.com/office/officeart/2005/8/layout/process2"/>
    <dgm:cxn modelId="{87750F31-4826-4E99-B5F8-FA93CE3A21C1}" type="presOf" srcId="{BE063DE2-CD24-4E99-9EFB-B6D948CEDB17}" destId="{076E730B-283E-4C70-9FA8-955A9C7AC5D5}" srcOrd="0" destOrd="0" presId="urn:microsoft.com/office/officeart/2005/8/layout/process2"/>
    <dgm:cxn modelId="{55064B31-FD42-4D2E-9079-5A92FC35C76C}" type="presOf" srcId="{99E5E8CB-E9A2-4842-8B90-2966AF5C1863}" destId="{83C1777A-A2CB-4C48-B7FA-37898ACCA82F}" srcOrd="0" destOrd="0" presId="urn:microsoft.com/office/officeart/2005/8/layout/process2"/>
    <dgm:cxn modelId="{644AEA31-C02F-4BE4-AB1A-C0293B2B6652}" srcId="{04B715AF-D39B-4B75-B314-0732DF8BDA10}" destId="{9135DD2E-8450-4E2E-8929-F189F6428635}" srcOrd="4" destOrd="0" parTransId="{99233610-F6EA-44FA-9F53-4CFFBB1BD603}" sibTransId="{5B467AC8-B7CB-45D9-81BE-C1BACEDAEA2B}"/>
    <dgm:cxn modelId="{60D4F245-ED41-4B3F-B509-DB9276E406DA}" type="presOf" srcId="{9DC56E44-D9F6-41FB-88D1-34C26C215BE0}" destId="{F3DE0550-E007-4589-B8C7-82A55FD01396}" srcOrd="0" destOrd="0" presId="urn:microsoft.com/office/officeart/2005/8/layout/process2"/>
    <dgm:cxn modelId="{6CD08067-36AD-4973-ABFE-63C4E33CAB8E}" type="presOf" srcId="{8D62903B-E900-4CDF-BE99-8DDA147E9698}" destId="{FC554345-6960-4270-A8F8-01357DBF54E6}" srcOrd="1" destOrd="0" presId="urn:microsoft.com/office/officeart/2005/8/layout/process2"/>
    <dgm:cxn modelId="{A188B24C-F94D-4750-8E92-556807745612}" type="presOf" srcId="{9135DD2E-8450-4E2E-8929-F189F6428635}" destId="{57DBE901-020C-4A4A-AC0C-79EF93BD3F16}" srcOrd="0" destOrd="0" presId="urn:microsoft.com/office/officeart/2005/8/layout/process2"/>
    <dgm:cxn modelId="{29CF6C6F-1A84-43F9-8D4B-459E27AA402F}" type="presOf" srcId="{5181A9D8-355C-475B-AAFB-18BB79E148A3}" destId="{228480AF-5A38-443C-9EA8-1E841D04D0B5}" srcOrd="1" destOrd="0" presId="urn:microsoft.com/office/officeart/2005/8/layout/process2"/>
    <dgm:cxn modelId="{2F199353-51D2-4948-A404-534B71CF0067}" type="presOf" srcId="{99E5E8CB-E9A2-4842-8B90-2966AF5C1863}" destId="{6D147A66-486C-4D9B-A3D7-985D8F21D16C}" srcOrd="1" destOrd="0" presId="urn:microsoft.com/office/officeart/2005/8/layout/process2"/>
    <dgm:cxn modelId="{396CD857-50D9-474F-BC95-4FD47F152A41}" type="presOf" srcId="{B82FA1F6-ECDB-4CC0-A72F-F9FA1C25227A}" destId="{064B8BD3-3164-4BFB-B020-9831CCA48BAA}" srcOrd="0" destOrd="0" presId="urn:microsoft.com/office/officeart/2005/8/layout/process2"/>
    <dgm:cxn modelId="{D2E4C47B-97F4-4DE2-B5CF-B5AD5CFA7780}" type="presOf" srcId="{5EA88105-6126-419B-BC73-B5BF30772325}" destId="{11ED87C3-AD90-48A4-9F10-E856747B93E4}" srcOrd="1" destOrd="0" presId="urn:microsoft.com/office/officeart/2005/8/layout/process2"/>
    <dgm:cxn modelId="{4646EA7C-8F0C-41F5-9C3F-4EF0F71F2152}" type="presOf" srcId="{5EA88105-6126-419B-BC73-B5BF30772325}" destId="{5B19EB29-0EBB-40DA-AD0A-03E95E127BF7}" srcOrd="0" destOrd="0" presId="urn:microsoft.com/office/officeart/2005/8/layout/process2"/>
    <dgm:cxn modelId="{47A56786-AFF4-467A-B159-662709705FC7}" srcId="{04B715AF-D39B-4B75-B314-0732DF8BDA10}" destId="{BE063DE2-CD24-4E99-9EFB-B6D948CEDB17}" srcOrd="2" destOrd="0" parTransId="{429FE19C-1BD6-4A13-A503-D5E8048871D1}" sibTransId="{B82FA1F6-ECDB-4CC0-A72F-F9FA1C25227A}"/>
    <dgm:cxn modelId="{F428E199-1F55-4136-BBF0-CD25A1816F45}" type="presOf" srcId="{3E1E575C-5ADF-4D86-883D-4881DC296A3D}" destId="{DB1D8083-6AA0-4FBD-B845-A5A74D351478}" srcOrd="0" destOrd="0" presId="urn:microsoft.com/office/officeart/2005/8/layout/process2"/>
    <dgm:cxn modelId="{C7155AB0-35AE-42DF-A2D8-0AA3637D36DA}" type="presOf" srcId="{E8B578C9-68DD-4481-9A35-E3EA49C6464C}" destId="{29A959FD-0A00-467D-BB23-038C7A3ACA7C}" srcOrd="0" destOrd="0" presId="urn:microsoft.com/office/officeart/2005/8/layout/process2"/>
    <dgm:cxn modelId="{347C71BF-CAB6-461F-9295-C8F4499B7143}" type="presOf" srcId="{5B467AC8-B7CB-45D9-81BE-C1BACEDAEA2B}" destId="{8D62AA2F-8649-41D3-85C3-4EC82A9A7561}" srcOrd="1" destOrd="0" presId="urn:microsoft.com/office/officeart/2005/8/layout/process2"/>
    <dgm:cxn modelId="{AE2F8DBF-D37C-4003-B4B3-1F28DA1B4CED}" srcId="{04B715AF-D39B-4B75-B314-0732DF8BDA10}" destId="{808B0821-5E8F-4287-BBFA-E05214EDA0ED}" srcOrd="1" destOrd="0" parTransId="{E12FA300-876A-46F8-B74A-1E0FEC773ED7}" sibTransId="{99E5E8CB-E9A2-4842-8B90-2966AF5C1863}"/>
    <dgm:cxn modelId="{76CA76C0-93E7-4729-A892-7B88838B14C1}" type="presOf" srcId="{55FCECAD-A57C-4499-A658-BD9F062D0EE3}" destId="{5D73B4B6-FE06-446F-A142-C93D4A36C65B}" srcOrd="1" destOrd="0" presId="urn:microsoft.com/office/officeart/2005/8/layout/process2"/>
    <dgm:cxn modelId="{3D062DC2-FA8F-4D35-8AE6-77717174F2E3}" type="presOf" srcId="{808B0821-5E8F-4287-BBFA-E05214EDA0ED}" destId="{9E6CAD73-FB6C-4B49-BC6F-7B7C21BE683B}" srcOrd="0" destOrd="0" presId="urn:microsoft.com/office/officeart/2005/8/layout/process2"/>
    <dgm:cxn modelId="{BC0D67CF-7250-4D02-B212-8F268ABF24E0}" type="presOf" srcId="{8D62903B-E900-4CDF-BE99-8DDA147E9698}" destId="{96DD3BD3-13E2-4ECE-A92E-431F1AE2A1A5}" srcOrd="0" destOrd="0" presId="urn:microsoft.com/office/officeart/2005/8/layout/process2"/>
    <dgm:cxn modelId="{A46523D5-EEDB-40FB-A450-D10FEE4E0BCD}" srcId="{04B715AF-D39B-4B75-B314-0732DF8BDA10}" destId="{8C86120A-00C1-4B75-A8DF-DF7C6AAC697F}" srcOrd="0" destOrd="0" parTransId="{55C3D6E0-F1C1-4816-96CB-2F3E92B0EB64}" sibTransId="{5EA88105-6126-419B-BC73-B5BF30772325}"/>
    <dgm:cxn modelId="{75B1A8D5-54B1-42DF-9074-B4F3AFCED620}" type="presOf" srcId="{04B715AF-D39B-4B75-B314-0732DF8BDA10}" destId="{773CA607-10DF-44BA-91FD-94BE7DA62650}" srcOrd="0" destOrd="0" presId="urn:microsoft.com/office/officeart/2005/8/layout/process2"/>
    <dgm:cxn modelId="{820D9FE4-6999-4F31-AD8E-FEC69DE81A72}" type="presOf" srcId="{03BBE13C-810C-4D7E-9CC4-FFF0990D4DDD}" destId="{E8FEF3F3-D83C-44D0-8C81-2BBFB016ADC5}" srcOrd="0" destOrd="0" presId="urn:microsoft.com/office/officeart/2005/8/layout/process2"/>
    <dgm:cxn modelId="{ABE97FE7-6CFF-42FF-8BD7-0AD22F7DE5EE}" type="presOf" srcId="{5181A9D8-355C-475B-AAFB-18BB79E148A3}" destId="{CCAC84A3-06CB-4544-AF97-21FBAF09FD63}" srcOrd="0" destOrd="0" presId="urn:microsoft.com/office/officeart/2005/8/layout/process2"/>
    <dgm:cxn modelId="{125A84EC-0F96-4600-91EC-6C675B80D4E1}" type="presOf" srcId="{8C86120A-00C1-4B75-A8DF-DF7C6AAC697F}" destId="{96339D2D-B3E4-45CD-B7C3-59B637AE92C9}" srcOrd="0" destOrd="0" presId="urn:microsoft.com/office/officeart/2005/8/layout/process2"/>
    <dgm:cxn modelId="{C1BE5EF7-8412-46E1-BE9E-0D473DD781BB}" type="presOf" srcId="{03BBE13C-810C-4D7E-9CC4-FFF0990D4DDD}" destId="{AFB4697E-46C7-4B70-ADD1-747131D37E16}" srcOrd="1" destOrd="0" presId="urn:microsoft.com/office/officeart/2005/8/layout/process2"/>
    <dgm:cxn modelId="{21DCFDF8-0425-4537-9BC4-F45917DE08B5}" type="presOf" srcId="{E99BEA6F-40B7-4A58-B22A-42375599BFF0}" destId="{F658D371-C33B-4152-9792-838F66735B9B}" srcOrd="0" destOrd="0" presId="urn:microsoft.com/office/officeart/2005/8/layout/process2"/>
    <dgm:cxn modelId="{28DF50FB-B849-4A31-B659-64433649B85C}" srcId="{04B715AF-D39B-4B75-B314-0732DF8BDA10}" destId="{E8B578C9-68DD-4481-9A35-E3EA49C6464C}" srcOrd="6" destOrd="0" parTransId="{EC5C57AD-8ED6-4F76-B53E-B2A6AD9B47A8}" sibTransId="{5181A9D8-355C-475B-AAFB-18BB79E148A3}"/>
    <dgm:cxn modelId="{CA513992-EEE0-4046-B9FC-D2F3F4E27204}" type="presParOf" srcId="{773CA607-10DF-44BA-91FD-94BE7DA62650}" destId="{96339D2D-B3E4-45CD-B7C3-59B637AE92C9}" srcOrd="0" destOrd="0" presId="urn:microsoft.com/office/officeart/2005/8/layout/process2"/>
    <dgm:cxn modelId="{7786D75F-8B5F-418E-AD2D-710AAF6E739D}" type="presParOf" srcId="{773CA607-10DF-44BA-91FD-94BE7DA62650}" destId="{5B19EB29-0EBB-40DA-AD0A-03E95E127BF7}" srcOrd="1" destOrd="0" presId="urn:microsoft.com/office/officeart/2005/8/layout/process2"/>
    <dgm:cxn modelId="{7C0090AF-4937-4919-8943-0D11F8085B29}" type="presParOf" srcId="{5B19EB29-0EBB-40DA-AD0A-03E95E127BF7}" destId="{11ED87C3-AD90-48A4-9F10-E856747B93E4}" srcOrd="0" destOrd="0" presId="urn:microsoft.com/office/officeart/2005/8/layout/process2"/>
    <dgm:cxn modelId="{6961CEF2-37CC-4808-AADD-ED3A2C624A9E}" type="presParOf" srcId="{773CA607-10DF-44BA-91FD-94BE7DA62650}" destId="{9E6CAD73-FB6C-4B49-BC6F-7B7C21BE683B}" srcOrd="2" destOrd="0" presId="urn:microsoft.com/office/officeart/2005/8/layout/process2"/>
    <dgm:cxn modelId="{F661D89F-98F3-4834-98CB-29A90F8B4C8C}" type="presParOf" srcId="{773CA607-10DF-44BA-91FD-94BE7DA62650}" destId="{83C1777A-A2CB-4C48-B7FA-37898ACCA82F}" srcOrd="3" destOrd="0" presId="urn:microsoft.com/office/officeart/2005/8/layout/process2"/>
    <dgm:cxn modelId="{E5BF469C-DCF4-4A47-948F-FF8ECECC0F52}" type="presParOf" srcId="{83C1777A-A2CB-4C48-B7FA-37898ACCA82F}" destId="{6D147A66-486C-4D9B-A3D7-985D8F21D16C}" srcOrd="0" destOrd="0" presId="urn:microsoft.com/office/officeart/2005/8/layout/process2"/>
    <dgm:cxn modelId="{C6D4B5CC-5F39-47A8-A72A-7210221BB18B}" type="presParOf" srcId="{773CA607-10DF-44BA-91FD-94BE7DA62650}" destId="{076E730B-283E-4C70-9FA8-955A9C7AC5D5}" srcOrd="4" destOrd="0" presId="urn:microsoft.com/office/officeart/2005/8/layout/process2"/>
    <dgm:cxn modelId="{F10ABD06-3F5C-43D8-9C66-BDBA0730E867}" type="presParOf" srcId="{773CA607-10DF-44BA-91FD-94BE7DA62650}" destId="{064B8BD3-3164-4BFB-B020-9831CCA48BAA}" srcOrd="5" destOrd="0" presId="urn:microsoft.com/office/officeart/2005/8/layout/process2"/>
    <dgm:cxn modelId="{430ED598-6101-4BFC-8F89-57B9A2BE4AEE}" type="presParOf" srcId="{064B8BD3-3164-4BFB-B020-9831CCA48BAA}" destId="{791E26AF-F4A9-471E-81A9-894F3D6EE3E4}" srcOrd="0" destOrd="0" presId="urn:microsoft.com/office/officeart/2005/8/layout/process2"/>
    <dgm:cxn modelId="{AEBF831B-ED6C-46AB-8649-157B55DB7D14}" type="presParOf" srcId="{773CA607-10DF-44BA-91FD-94BE7DA62650}" destId="{D0A66E15-DDE8-4E4C-A4C1-0A597A4A254E}" srcOrd="6" destOrd="0" presId="urn:microsoft.com/office/officeart/2005/8/layout/process2"/>
    <dgm:cxn modelId="{B5B6D12A-5CB1-41AF-A103-26BCE6C7835C}" type="presParOf" srcId="{773CA607-10DF-44BA-91FD-94BE7DA62650}" destId="{E8FEF3F3-D83C-44D0-8C81-2BBFB016ADC5}" srcOrd="7" destOrd="0" presId="urn:microsoft.com/office/officeart/2005/8/layout/process2"/>
    <dgm:cxn modelId="{274E4A51-064D-4C15-8416-9A35B7B97C80}" type="presParOf" srcId="{E8FEF3F3-D83C-44D0-8C81-2BBFB016ADC5}" destId="{AFB4697E-46C7-4B70-ADD1-747131D37E16}" srcOrd="0" destOrd="0" presId="urn:microsoft.com/office/officeart/2005/8/layout/process2"/>
    <dgm:cxn modelId="{31D309EB-15C9-4BD0-9EC9-E4FE69EE35F2}" type="presParOf" srcId="{773CA607-10DF-44BA-91FD-94BE7DA62650}" destId="{57DBE901-020C-4A4A-AC0C-79EF93BD3F16}" srcOrd="8" destOrd="0" presId="urn:microsoft.com/office/officeart/2005/8/layout/process2"/>
    <dgm:cxn modelId="{BF24B83B-526F-4DBA-B3DC-42D30447C6BA}" type="presParOf" srcId="{773CA607-10DF-44BA-91FD-94BE7DA62650}" destId="{302DC62D-6903-4BA2-9324-74A764926265}" srcOrd="9" destOrd="0" presId="urn:microsoft.com/office/officeart/2005/8/layout/process2"/>
    <dgm:cxn modelId="{8A227716-48A9-4E46-BEED-13C8C4F8A937}" type="presParOf" srcId="{302DC62D-6903-4BA2-9324-74A764926265}" destId="{8D62AA2F-8649-41D3-85C3-4EC82A9A7561}" srcOrd="0" destOrd="0" presId="urn:microsoft.com/office/officeart/2005/8/layout/process2"/>
    <dgm:cxn modelId="{4D5560BC-804F-4C10-8697-CBF61080FD17}" type="presParOf" srcId="{773CA607-10DF-44BA-91FD-94BE7DA62650}" destId="{F3DE0550-E007-4589-B8C7-82A55FD01396}" srcOrd="10" destOrd="0" presId="urn:microsoft.com/office/officeart/2005/8/layout/process2"/>
    <dgm:cxn modelId="{5BB0DB3F-09EA-4E8B-98BF-8E4CC95719E3}" type="presParOf" srcId="{773CA607-10DF-44BA-91FD-94BE7DA62650}" destId="{96DD3BD3-13E2-4ECE-A92E-431F1AE2A1A5}" srcOrd="11" destOrd="0" presId="urn:microsoft.com/office/officeart/2005/8/layout/process2"/>
    <dgm:cxn modelId="{969CCE1B-0050-4E54-B561-AD65F063FF88}" type="presParOf" srcId="{96DD3BD3-13E2-4ECE-A92E-431F1AE2A1A5}" destId="{FC554345-6960-4270-A8F8-01357DBF54E6}" srcOrd="0" destOrd="0" presId="urn:microsoft.com/office/officeart/2005/8/layout/process2"/>
    <dgm:cxn modelId="{6E740C6E-B5C4-4FC4-96D7-65188F014DF0}" type="presParOf" srcId="{773CA607-10DF-44BA-91FD-94BE7DA62650}" destId="{29A959FD-0A00-467D-BB23-038C7A3ACA7C}" srcOrd="12" destOrd="0" presId="urn:microsoft.com/office/officeart/2005/8/layout/process2"/>
    <dgm:cxn modelId="{96B8943F-9F7B-45DF-B8C6-A39ABFA843E1}" type="presParOf" srcId="{773CA607-10DF-44BA-91FD-94BE7DA62650}" destId="{CCAC84A3-06CB-4544-AF97-21FBAF09FD63}" srcOrd="13" destOrd="0" presId="urn:microsoft.com/office/officeart/2005/8/layout/process2"/>
    <dgm:cxn modelId="{640F954B-1815-40B0-A980-1659104A9BE5}" type="presParOf" srcId="{CCAC84A3-06CB-4544-AF97-21FBAF09FD63}" destId="{228480AF-5A38-443C-9EA8-1E841D04D0B5}" srcOrd="0" destOrd="0" presId="urn:microsoft.com/office/officeart/2005/8/layout/process2"/>
    <dgm:cxn modelId="{92A3DE0A-BBBC-4506-8BAE-05480CC7405A}" type="presParOf" srcId="{773CA607-10DF-44BA-91FD-94BE7DA62650}" destId="{DB1D8083-6AA0-4FBD-B845-A5A74D351478}" srcOrd="14" destOrd="0" presId="urn:microsoft.com/office/officeart/2005/8/layout/process2"/>
    <dgm:cxn modelId="{46099FED-DB06-4F48-9846-B710A4C8168D}" type="presParOf" srcId="{773CA607-10DF-44BA-91FD-94BE7DA62650}" destId="{E6C168FB-A52F-4610-8FE9-F2C075FBF70E}" srcOrd="15" destOrd="0" presId="urn:microsoft.com/office/officeart/2005/8/layout/process2"/>
    <dgm:cxn modelId="{11459150-F45A-4819-8F6E-1AB94CE198F3}" type="presParOf" srcId="{E6C168FB-A52F-4610-8FE9-F2C075FBF70E}" destId="{5D73B4B6-FE06-446F-A142-C93D4A36C65B}" srcOrd="0" destOrd="0" presId="urn:microsoft.com/office/officeart/2005/8/layout/process2"/>
    <dgm:cxn modelId="{28EEDCA2-A78D-46C2-A381-9C6A97405A82}" type="presParOf" srcId="{773CA607-10DF-44BA-91FD-94BE7DA62650}" destId="{F658D371-C33B-4152-9792-838F66735B9B}" srcOrd="16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F33CC6-3A84-401C-9A3A-3AD88B63A172}" type="doc">
      <dgm:prSet loTypeId="urn:microsoft.com/office/officeart/2005/8/layout/hierarchy2" loCatId="hierarchy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64E40F2C-2CFE-4C0F-8875-EDAED117F544}">
      <dgm:prSet phldrT="[Text]" custT="1"/>
      <dgm:spPr/>
      <dgm:t>
        <a:bodyPr/>
        <a:lstStyle/>
        <a:p>
          <a:r>
            <a:rPr lang="en-IN" sz="1800" dirty="0">
              <a:latin typeface="Arial Rounded MT Bold" panose="020F0704030504030204" pitchFamily="34" charset="0"/>
            </a:rPr>
            <a:t>Data: 40 samples per genre (Classical, Pop, Jazz, Rock)</a:t>
          </a:r>
        </a:p>
      </dgm:t>
    </dgm:pt>
    <dgm:pt modelId="{3AC8BE65-C81B-41C1-9C85-366986B456F4}" type="parTrans" cxnId="{1CF0A41A-F04B-4CAF-8382-31F5A264DF66}">
      <dgm:prSet/>
      <dgm:spPr/>
      <dgm:t>
        <a:bodyPr/>
        <a:lstStyle/>
        <a:p>
          <a:endParaRPr lang="en-IN"/>
        </a:p>
      </dgm:t>
    </dgm:pt>
    <dgm:pt modelId="{99597D6F-C087-4E26-8696-10E9C9F57536}" type="sibTrans" cxnId="{1CF0A41A-F04B-4CAF-8382-31F5A264DF66}">
      <dgm:prSet/>
      <dgm:spPr/>
      <dgm:t>
        <a:bodyPr/>
        <a:lstStyle/>
        <a:p>
          <a:endParaRPr lang="en-IN"/>
        </a:p>
      </dgm:t>
    </dgm:pt>
    <dgm:pt modelId="{707BD420-E617-413D-9FAA-B8B73755D189}">
      <dgm:prSet phldrT="[Text]" custT="1"/>
      <dgm:spPr/>
      <dgm:t>
        <a:bodyPr/>
        <a:lstStyle/>
        <a:p>
          <a:r>
            <a:rPr lang="en-IN" sz="1800" dirty="0">
              <a:latin typeface="Arial Rounded MT Bold" panose="020F0704030504030204" pitchFamily="34" charset="0"/>
            </a:rPr>
            <a:t>Features: DFT,  XM feature sets</a:t>
          </a:r>
        </a:p>
      </dgm:t>
    </dgm:pt>
    <dgm:pt modelId="{17C6664F-D791-4826-9BA3-037BC30F82E6}" type="parTrans" cxnId="{2ED69F6D-BB0A-49AB-803A-43E193C6F9CE}">
      <dgm:prSet/>
      <dgm:spPr/>
      <dgm:t>
        <a:bodyPr/>
        <a:lstStyle/>
        <a:p>
          <a:endParaRPr lang="en-IN"/>
        </a:p>
      </dgm:t>
    </dgm:pt>
    <dgm:pt modelId="{B021B7C2-3111-4048-A3E9-FF27294C441C}" type="sibTrans" cxnId="{2ED69F6D-BB0A-49AB-803A-43E193C6F9CE}">
      <dgm:prSet/>
      <dgm:spPr/>
      <dgm:t>
        <a:bodyPr/>
        <a:lstStyle/>
        <a:p>
          <a:endParaRPr lang="en-IN"/>
        </a:p>
      </dgm:t>
    </dgm:pt>
    <dgm:pt modelId="{673CCEDE-24A9-4115-BDB4-2F0BFB5CA877}">
      <dgm:prSet phldrT="[Text]" custT="1"/>
      <dgm:spPr/>
      <dgm:t>
        <a:bodyPr/>
        <a:lstStyle/>
        <a:p>
          <a:r>
            <a:rPr lang="en-IN" sz="1800" dirty="0">
              <a:latin typeface="Arial Rounded MT Bold" panose="020F0704030504030204" pitchFamily="34" charset="0"/>
            </a:rPr>
            <a:t>Supervised: SVM and CART using    train /    test samples per genre</a:t>
          </a:r>
        </a:p>
      </dgm:t>
    </dgm:pt>
    <dgm:pt modelId="{78CBC971-9BB2-4DF3-B29A-06602D791CEA}" type="parTrans" cxnId="{D5C888E2-F698-445E-8321-45A15AFBD9BA}">
      <dgm:prSet/>
      <dgm:spPr/>
      <dgm:t>
        <a:bodyPr/>
        <a:lstStyle/>
        <a:p>
          <a:endParaRPr lang="en-IN"/>
        </a:p>
      </dgm:t>
    </dgm:pt>
    <dgm:pt modelId="{FFB7090B-B5D3-4D48-AAC0-6EC873027201}" type="sibTrans" cxnId="{D5C888E2-F698-445E-8321-45A15AFBD9BA}">
      <dgm:prSet/>
      <dgm:spPr/>
      <dgm:t>
        <a:bodyPr/>
        <a:lstStyle/>
        <a:p>
          <a:endParaRPr lang="en-IN"/>
        </a:p>
      </dgm:t>
    </dgm:pt>
    <dgm:pt modelId="{ED966AEE-7C03-489A-98C4-EE8545915580}">
      <dgm:prSet phldrT="[Text]" custT="1"/>
      <dgm:spPr/>
      <dgm:t>
        <a:bodyPr/>
        <a:lstStyle/>
        <a:p>
          <a:r>
            <a:rPr lang="en-IN" sz="1800" dirty="0">
              <a:latin typeface="Arial Rounded MT Bold" panose="020F0704030504030204" pitchFamily="34" charset="0"/>
            </a:rPr>
            <a:t>Unsupervised: PCA + K-means clustering</a:t>
          </a:r>
        </a:p>
      </dgm:t>
    </dgm:pt>
    <dgm:pt modelId="{41CC2823-F366-4DF2-9731-4FF6D0E3DAEE}" type="parTrans" cxnId="{EF12BECD-F149-484D-A6F5-51567C616244}">
      <dgm:prSet/>
      <dgm:spPr/>
      <dgm:t>
        <a:bodyPr/>
        <a:lstStyle/>
        <a:p>
          <a:endParaRPr lang="en-IN"/>
        </a:p>
      </dgm:t>
    </dgm:pt>
    <dgm:pt modelId="{32262E10-1400-4004-AE55-BC3BCE44A77A}" type="sibTrans" cxnId="{EF12BECD-F149-484D-A6F5-51567C616244}">
      <dgm:prSet/>
      <dgm:spPr/>
      <dgm:t>
        <a:bodyPr/>
        <a:lstStyle/>
        <a:p>
          <a:endParaRPr lang="en-IN"/>
        </a:p>
      </dgm:t>
    </dgm:pt>
    <dgm:pt modelId="{689387CD-2426-4B41-8881-B352701D5164}" type="pres">
      <dgm:prSet presAssocID="{6EF33CC6-3A84-401C-9A3A-3AD88B63A1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4A50275-F446-42D1-837E-9B540D50750E}" type="pres">
      <dgm:prSet presAssocID="{64E40F2C-2CFE-4C0F-8875-EDAED117F544}" presName="root1" presStyleCnt="0"/>
      <dgm:spPr/>
    </dgm:pt>
    <dgm:pt modelId="{3C4EA1C5-0CC8-448E-AB1C-CF4E769F31DF}" type="pres">
      <dgm:prSet presAssocID="{64E40F2C-2CFE-4C0F-8875-EDAED117F544}" presName="LevelOneTextNode" presStyleLbl="node0" presStyleIdx="0" presStyleCnt="1" custScaleX="121000" custScaleY="121000">
        <dgm:presLayoutVars>
          <dgm:chPref val="3"/>
        </dgm:presLayoutVars>
      </dgm:prSet>
      <dgm:spPr/>
    </dgm:pt>
    <dgm:pt modelId="{A3FD58AE-62D3-489A-8DD3-668232312C80}" type="pres">
      <dgm:prSet presAssocID="{64E40F2C-2CFE-4C0F-8875-EDAED117F544}" presName="level2hierChild" presStyleCnt="0"/>
      <dgm:spPr/>
    </dgm:pt>
    <dgm:pt modelId="{B3B39C27-70DF-4913-818A-A0978CA52865}" type="pres">
      <dgm:prSet presAssocID="{17C6664F-D791-4826-9BA3-037BC30F82E6}" presName="conn2-1" presStyleLbl="parChTrans1D2" presStyleIdx="0" presStyleCnt="1"/>
      <dgm:spPr/>
    </dgm:pt>
    <dgm:pt modelId="{A998DF08-8057-4E23-B894-A9E065C1FE15}" type="pres">
      <dgm:prSet presAssocID="{17C6664F-D791-4826-9BA3-037BC30F82E6}" presName="connTx" presStyleLbl="parChTrans1D2" presStyleIdx="0" presStyleCnt="1"/>
      <dgm:spPr/>
    </dgm:pt>
    <dgm:pt modelId="{C1115559-DE43-4142-AC81-96B177974C99}" type="pres">
      <dgm:prSet presAssocID="{707BD420-E617-413D-9FAA-B8B73755D189}" presName="root2" presStyleCnt="0"/>
      <dgm:spPr/>
    </dgm:pt>
    <dgm:pt modelId="{05920C62-BB07-46D1-85A8-981514BC4B23}" type="pres">
      <dgm:prSet presAssocID="{707BD420-E617-413D-9FAA-B8B73755D189}" presName="LevelTwoTextNode" presStyleLbl="node2" presStyleIdx="0" presStyleCnt="1" custScaleX="121000" custScaleY="121000">
        <dgm:presLayoutVars>
          <dgm:chPref val="3"/>
        </dgm:presLayoutVars>
      </dgm:prSet>
      <dgm:spPr/>
    </dgm:pt>
    <dgm:pt modelId="{CDEB6782-4528-47D5-8478-67F6B0059815}" type="pres">
      <dgm:prSet presAssocID="{707BD420-E617-413D-9FAA-B8B73755D189}" presName="level3hierChild" presStyleCnt="0"/>
      <dgm:spPr/>
    </dgm:pt>
    <dgm:pt modelId="{59E8AC48-1604-475F-8D21-C9C881FA1677}" type="pres">
      <dgm:prSet presAssocID="{78CBC971-9BB2-4DF3-B29A-06602D791CEA}" presName="conn2-1" presStyleLbl="parChTrans1D3" presStyleIdx="0" presStyleCnt="2"/>
      <dgm:spPr/>
    </dgm:pt>
    <dgm:pt modelId="{6AE6AB58-AECA-4584-A808-4894534FD400}" type="pres">
      <dgm:prSet presAssocID="{78CBC971-9BB2-4DF3-B29A-06602D791CEA}" presName="connTx" presStyleLbl="parChTrans1D3" presStyleIdx="0" presStyleCnt="2"/>
      <dgm:spPr/>
    </dgm:pt>
    <dgm:pt modelId="{A400FE92-4477-4B3F-9367-865443AB25FC}" type="pres">
      <dgm:prSet presAssocID="{673CCEDE-24A9-4115-BDB4-2F0BFB5CA877}" presName="root2" presStyleCnt="0"/>
      <dgm:spPr/>
    </dgm:pt>
    <dgm:pt modelId="{2A9E5CC1-4666-4637-BA2F-D6E95839481E}" type="pres">
      <dgm:prSet presAssocID="{673CCEDE-24A9-4115-BDB4-2F0BFB5CA877}" presName="LevelTwoTextNode" presStyleLbl="node3" presStyleIdx="0" presStyleCnt="2" custScaleX="121000" custScaleY="121000" custLinFactNeighborY="-51976">
        <dgm:presLayoutVars>
          <dgm:chPref val="3"/>
        </dgm:presLayoutVars>
      </dgm:prSet>
      <dgm:spPr/>
    </dgm:pt>
    <dgm:pt modelId="{087B6694-1739-42EA-96FB-9F3E0530F8AA}" type="pres">
      <dgm:prSet presAssocID="{673CCEDE-24A9-4115-BDB4-2F0BFB5CA877}" presName="level3hierChild" presStyleCnt="0"/>
      <dgm:spPr/>
    </dgm:pt>
    <dgm:pt modelId="{4685E880-A485-4822-B184-5EBDB19F0C2F}" type="pres">
      <dgm:prSet presAssocID="{41CC2823-F366-4DF2-9731-4FF6D0E3DAEE}" presName="conn2-1" presStyleLbl="parChTrans1D3" presStyleIdx="1" presStyleCnt="2"/>
      <dgm:spPr/>
    </dgm:pt>
    <dgm:pt modelId="{22CDDCB7-D33E-42AE-A951-D53B72D5EBD0}" type="pres">
      <dgm:prSet presAssocID="{41CC2823-F366-4DF2-9731-4FF6D0E3DAEE}" presName="connTx" presStyleLbl="parChTrans1D3" presStyleIdx="1" presStyleCnt="2"/>
      <dgm:spPr/>
    </dgm:pt>
    <dgm:pt modelId="{B8E3AABA-2C4F-4111-8EAD-13083B5D60AB}" type="pres">
      <dgm:prSet presAssocID="{ED966AEE-7C03-489A-98C4-EE8545915580}" presName="root2" presStyleCnt="0"/>
      <dgm:spPr/>
    </dgm:pt>
    <dgm:pt modelId="{E623D613-1624-4201-9DFF-8DC076B58177}" type="pres">
      <dgm:prSet presAssocID="{ED966AEE-7C03-489A-98C4-EE8545915580}" presName="LevelTwoTextNode" presStyleLbl="node3" presStyleIdx="1" presStyleCnt="2" custScaleX="121000" custScaleY="121000" custLinFactNeighborX="-1245" custLinFactNeighborY="58086">
        <dgm:presLayoutVars>
          <dgm:chPref val="3"/>
        </dgm:presLayoutVars>
      </dgm:prSet>
      <dgm:spPr/>
    </dgm:pt>
    <dgm:pt modelId="{23CAFCA8-6B0A-41C8-9F94-5DBB7923CCF9}" type="pres">
      <dgm:prSet presAssocID="{ED966AEE-7C03-489A-98C4-EE8545915580}" presName="level3hierChild" presStyleCnt="0"/>
      <dgm:spPr/>
    </dgm:pt>
  </dgm:ptLst>
  <dgm:cxnLst>
    <dgm:cxn modelId="{24674C0B-D26C-4134-A810-90D806AF8D91}" type="presOf" srcId="{ED966AEE-7C03-489A-98C4-EE8545915580}" destId="{E623D613-1624-4201-9DFF-8DC076B58177}" srcOrd="0" destOrd="0" presId="urn:microsoft.com/office/officeart/2005/8/layout/hierarchy2"/>
    <dgm:cxn modelId="{18345913-70DC-47EF-88C7-23A47596212E}" type="presOf" srcId="{41CC2823-F366-4DF2-9731-4FF6D0E3DAEE}" destId="{22CDDCB7-D33E-42AE-A951-D53B72D5EBD0}" srcOrd="1" destOrd="0" presId="urn:microsoft.com/office/officeart/2005/8/layout/hierarchy2"/>
    <dgm:cxn modelId="{1CF0A41A-F04B-4CAF-8382-31F5A264DF66}" srcId="{6EF33CC6-3A84-401C-9A3A-3AD88B63A172}" destId="{64E40F2C-2CFE-4C0F-8875-EDAED117F544}" srcOrd="0" destOrd="0" parTransId="{3AC8BE65-C81B-41C1-9C85-366986B456F4}" sibTransId="{99597D6F-C087-4E26-8696-10E9C9F57536}"/>
    <dgm:cxn modelId="{B2BF5A1B-3C92-4F52-A39D-D01D19ED1B62}" type="presOf" srcId="{64E40F2C-2CFE-4C0F-8875-EDAED117F544}" destId="{3C4EA1C5-0CC8-448E-AB1C-CF4E769F31DF}" srcOrd="0" destOrd="0" presId="urn:microsoft.com/office/officeart/2005/8/layout/hierarchy2"/>
    <dgm:cxn modelId="{201E443F-35BC-46B7-AB8B-5F4BC5DC2602}" type="presOf" srcId="{17C6664F-D791-4826-9BA3-037BC30F82E6}" destId="{A998DF08-8057-4E23-B894-A9E065C1FE15}" srcOrd="1" destOrd="0" presId="urn:microsoft.com/office/officeart/2005/8/layout/hierarchy2"/>
    <dgm:cxn modelId="{554A585C-1CF6-4B06-92CB-A10944F29644}" type="presOf" srcId="{78CBC971-9BB2-4DF3-B29A-06602D791CEA}" destId="{59E8AC48-1604-475F-8D21-C9C881FA1677}" srcOrd="0" destOrd="0" presId="urn:microsoft.com/office/officeart/2005/8/layout/hierarchy2"/>
    <dgm:cxn modelId="{2ED69F6D-BB0A-49AB-803A-43E193C6F9CE}" srcId="{64E40F2C-2CFE-4C0F-8875-EDAED117F544}" destId="{707BD420-E617-413D-9FAA-B8B73755D189}" srcOrd="0" destOrd="0" parTransId="{17C6664F-D791-4826-9BA3-037BC30F82E6}" sibTransId="{B021B7C2-3111-4048-A3E9-FF27294C441C}"/>
    <dgm:cxn modelId="{20299A6F-7688-4C9C-B9E2-FBAC09ADCBBB}" type="presOf" srcId="{6EF33CC6-3A84-401C-9A3A-3AD88B63A172}" destId="{689387CD-2426-4B41-8881-B352701D5164}" srcOrd="0" destOrd="0" presId="urn:microsoft.com/office/officeart/2005/8/layout/hierarchy2"/>
    <dgm:cxn modelId="{5EECFF73-E7B1-4C66-AC7E-975103209E0C}" type="presOf" srcId="{78CBC971-9BB2-4DF3-B29A-06602D791CEA}" destId="{6AE6AB58-AECA-4584-A808-4894534FD400}" srcOrd="1" destOrd="0" presId="urn:microsoft.com/office/officeart/2005/8/layout/hierarchy2"/>
    <dgm:cxn modelId="{5CA39A84-BD74-4E84-B015-4399E0543A4E}" type="presOf" srcId="{41CC2823-F366-4DF2-9731-4FF6D0E3DAEE}" destId="{4685E880-A485-4822-B184-5EBDB19F0C2F}" srcOrd="0" destOrd="0" presId="urn:microsoft.com/office/officeart/2005/8/layout/hierarchy2"/>
    <dgm:cxn modelId="{EF12BECD-F149-484D-A6F5-51567C616244}" srcId="{707BD420-E617-413D-9FAA-B8B73755D189}" destId="{ED966AEE-7C03-489A-98C4-EE8545915580}" srcOrd="1" destOrd="0" parTransId="{41CC2823-F366-4DF2-9731-4FF6D0E3DAEE}" sibTransId="{32262E10-1400-4004-AE55-BC3BCE44A77A}"/>
    <dgm:cxn modelId="{55F569D1-7F00-4072-A045-CE437644ADBD}" type="presOf" srcId="{17C6664F-D791-4826-9BA3-037BC30F82E6}" destId="{B3B39C27-70DF-4913-818A-A0978CA52865}" srcOrd="0" destOrd="0" presId="urn:microsoft.com/office/officeart/2005/8/layout/hierarchy2"/>
    <dgm:cxn modelId="{8AC9DFD3-21B7-4FF6-A3CE-06441B2A706B}" type="presOf" srcId="{707BD420-E617-413D-9FAA-B8B73755D189}" destId="{05920C62-BB07-46D1-85A8-981514BC4B23}" srcOrd="0" destOrd="0" presId="urn:microsoft.com/office/officeart/2005/8/layout/hierarchy2"/>
    <dgm:cxn modelId="{D5C888E2-F698-445E-8321-45A15AFBD9BA}" srcId="{707BD420-E617-413D-9FAA-B8B73755D189}" destId="{673CCEDE-24A9-4115-BDB4-2F0BFB5CA877}" srcOrd="0" destOrd="0" parTransId="{78CBC971-9BB2-4DF3-B29A-06602D791CEA}" sibTransId="{FFB7090B-B5D3-4D48-AAC0-6EC873027201}"/>
    <dgm:cxn modelId="{6275F9FC-93D0-4CCE-8756-FB33255F0872}" type="presOf" srcId="{673CCEDE-24A9-4115-BDB4-2F0BFB5CA877}" destId="{2A9E5CC1-4666-4637-BA2F-D6E95839481E}" srcOrd="0" destOrd="0" presId="urn:microsoft.com/office/officeart/2005/8/layout/hierarchy2"/>
    <dgm:cxn modelId="{7C25E7FE-6A0C-4A35-B55F-D7686870E525}" type="presParOf" srcId="{689387CD-2426-4B41-8881-B352701D5164}" destId="{E4A50275-F446-42D1-837E-9B540D50750E}" srcOrd="0" destOrd="0" presId="urn:microsoft.com/office/officeart/2005/8/layout/hierarchy2"/>
    <dgm:cxn modelId="{DB11C0B8-55DA-4878-9DDA-078C2112D080}" type="presParOf" srcId="{E4A50275-F446-42D1-837E-9B540D50750E}" destId="{3C4EA1C5-0CC8-448E-AB1C-CF4E769F31DF}" srcOrd="0" destOrd="0" presId="urn:microsoft.com/office/officeart/2005/8/layout/hierarchy2"/>
    <dgm:cxn modelId="{5DBB6BA2-AB24-41D4-896B-B036D8F879AE}" type="presParOf" srcId="{E4A50275-F446-42D1-837E-9B540D50750E}" destId="{A3FD58AE-62D3-489A-8DD3-668232312C80}" srcOrd="1" destOrd="0" presId="urn:microsoft.com/office/officeart/2005/8/layout/hierarchy2"/>
    <dgm:cxn modelId="{8B5B1057-D315-46CE-80E4-BCE55CBE7CD5}" type="presParOf" srcId="{A3FD58AE-62D3-489A-8DD3-668232312C80}" destId="{B3B39C27-70DF-4913-818A-A0978CA52865}" srcOrd="0" destOrd="0" presId="urn:microsoft.com/office/officeart/2005/8/layout/hierarchy2"/>
    <dgm:cxn modelId="{7B289E08-CF0A-4683-9D50-7B87ED5D0B35}" type="presParOf" srcId="{B3B39C27-70DF-4913-818A-A0978CA52865}" destId="{A998DF08-8057-4E23-B894-A9E065C1FE15}" srcOrd="0" destOrd="0" presId="urn:microsoft.com/office/officeart/2005/8/layout/hierarchy2"/>
    <dgm:cxn modelId="{BD7F56A2-F953-48B9-BB48-7E36F91EE1D1}" type="presParOf" srcId="{A3FD58AE-62D3-489A-8DD3-668232312C80}" destId="{C1115559-DE43-4142-AC81-96B177974C99}" srcOrd="1" destOrd="0" presId="urn:microsoft.com/office/officeart/2005/8/layout/hierarchy2"/>
    <dgm:cxn modelId="{5EF609A6-3917-4F47-9565-92F644485E0B}" type="presParOf" srcId="{C1115559-DE43-4142-AC81-96B177974C99}" destId="{05920C62-BB07-46D1-85A8-981514BC4B23}" srcOrd="0" destOrd="0" presId="urn:microsoft.com/office/officeart/2005/8/layout/hierarchy2"/>
    <dgm:cxn modelId="{09B4FA48-B448-4C21-809B-C2F9F010956E}" type="presParOf" srcId="{C1115559-DE43-4142-AC81-96B177974C99}" destId="{CDEB6782-4528-47D5-8478-67F6B0059815}" srcOrd="1" destOrd="0" presId="urn:microsoft.com/office/officeart/2005/8/layout/hierarchy2"/>
    <dgm:cxn modelId="{257E6087-25EC-4D64-A749-F1BEA51C0D1E}" type="presParOf" srcId="{CDEB6782-4528-47D5-8478-67F6B0059815}" destId="{59E8AC48-1604-475F-8D21-C9C881FA1677}" srcOrd="0" destOrd="0" presId="urn:microsoft.com/office/officeart/2005/8/layout/hierarchy2"/>
    <dgm:cxn modelId="{92D2C674-1204-445D-89CF-62BF5BFD3D9E}" type="presParOf" srcId="{59E8AC48-1604-475F-8D21-C9C881FA1677}" destId="{6AE6AB58-AECA-4584-A808-4894534FD400}" srcOrd="0" destOrd="0" presId="urn:microsoft.com/office/officeart/2005/8/layout/hierarchy2"/>
    <dgm:cxn modelId="{57DA214D-452D-40B4-863D-68F73CCBF4E1}" type="presParOf" srcId="{CDEB6782-4528-47D5-8478-67F6B0059815}" destId="{A400FE92-4477-4B3F-9367-865443AB25FC}" srcOrd="1" destOrd="0" presId="urn:microsoft.com/office/officeart/2005/8/layout/hierarchy2"/>
    <dgm:cxn modelId="{D2C448EA-44BA-4169-B378-8D97EA7DE6DD}" type="presParOf" srcId="{A400FE92-4477-4B3F-9367-865443AB25FC}" destId="{2A9E5CC1-4666-4637-BA2F-D6E95839481E}" srcOrd="0" destOrd="0" presId="urn:microsoft.com/office/officeart/2005/8/layout/hierarchy2"/>
    <dgm:cxn modelId="{25A85B21-F4D3-4EF3-95C8-5BAF9FE9041A}" type="presParOf" srcId="{A400FE92-4477-4B3F-9367-865443AB25FC}" destId="{087B6694-1739-42EA-96FB-9F3E0530F8AA}" srcOrd="1" destOrd="0" presId="urn:microsoft.com/office/officeart/2005/8/layout/hierarchy2"/>
    <dgm:cxn modelId="{A2626845-E5E8-4630-B159-FFA8D8F2ADE4}" type="presParOf" srcId="{CDEB6782-4528-47D5-8478-67F6B0059815}" destId="{4685E880-A485-4822-B184-5EBDB19F0C2F}" srcOrd="2" destOrd="0" presId="urn:microsoft.com/office/officeart/2005/8/layout/hierarchy2"/>
    <dgm:cxn modelId="{3359C415-65CF-4627-8F79-C897D7952ADC}" type="presParOf" srcId="{4685E880-A485-4822-B184-5EBDB19F0C2F}" destId="{22CDDCB7-D33E-42AE-A951-D53B72D5EBD0}" srcOrd="0" destOrd="0" presId="urn:microsoft.com/office/officeart/2005/8/layout/hierarchy2"/>
    <dgm:cxn modelId="{58F28816-DAD4-445D-8C7C-6A19571A1D1C}" type="presParOf" srcId="{CDEB6782-4528-47D5-8478-67F6B0059815}" destId="{B8E3AABA-2C4F-4111-8EAD-13083B5D60AB}" srcOrd="3" destOrd="0" presId="urn:microsoft.com/office/officeart/2005/8/layout/hierarchy2"/>
    <dgm:cxn modelId="{43029882-827D-4C09-8757-D4FF4D452265}" type="presParOf" srcId="{B8E3AABA-2C4F-4111-8EAD-13083B5D60AB}" destId="{E623D613-1624-4201-9DFF-8DC076B58177}" srcOrd="0" destOrd="0" presId="urn:microsoft.com/office/officeart/2005/8/layout/hierarchy2"/>
    <dgm:cxn modelId="{BAF415D0-569A-4485-9109-8975F2BBC087}" type="presParOf" srcId="{B8E3AABA-2C4F-4111-8EAD-13083B5D60AB}" destId="{23CAFCA8-6B0A-41C8-9F94-5DBB7923CCF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D73957-2050-435E-9128-21210AD8953F}" type="doc">
      <dgm:prSet loTypeId="urn:microsoft.com/office/officeart/2005/8/layout/default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880BB322-66F7-4337-B30C-0D5EA0CF248B}">
      <dgm:prSet phldrT="[Text]" custT="1"/>
      <dgm:spPr/>
      <dgm:t>
        <a:bodyPr/>
        <a:lstStyle/>
        <a:p>
          <a:r>
            <a:rPr lang="en-US" altLang="en-US" sz="1800" dirty="0">
              <a:latin typeface="Arial Rounded MT Bold" panose="020F0704030504030204" pitchFamily="34" charset="0"/>
            </a:rPr>
            <a:t>Input: Combined normalized Mel-features.</a:t>
          </a:r>
          <a:endParaRPr lang="en-IN" sz="1800" dirty="0">
            <a:latin typeface="Arial Rounded MT Bold" panose="020F0704030504030204" pitchFamily="34" charset="0"/>
          </a:endParaRPr>
        </a:p>
      </dgm:t>
    </dgm:pt>
    <dgm:pt modelId="{9FA54E36-56C0-4F32-AFB4-5990479B0ADA}" type="parTrans" cxnId="{F855B8FA-56ED-4348-B3AF-A782E8B3E045}">
      <dgm:prSet/>
      <dgm:spPr/>
      <dgm:t>
        <a:bodyPr/>
        <a:lstStyle/>
        <a:p>
          <a:endParaRPr lang="en-IN"/>
        </a:p>
      </dgm:t>
    </dgm:pt>
    <dgm:pt modelId="{BC9C5C53-1ECF-4851-A62B-FCFBEFD375DC}" type="sibTrans" cxnId="{F855B8FA-56ED-4348-B3AF-A782E8B3E045}">
      <dgm:prSet/>
      <dgm:spPr/>
      <dgm:t>
        <a:bodyPr/>
        <a:lstStyle/>
        <a:p>
          <a:endParaRPr lang="en-IN"/>
        </a:p>
      </dgm:t>
    </dgm:pt>
    <dgm:pt modelId="{86BE43EC-26F1-49F0-84C9-E1F93CAFB919}">
      <dgm:prSet custT="1"/>
      <dgm:spPr/>
      <dgm:t>
        <a:bodyPr/>
        <a:lstStyle/>
        <a:p>
          <a:r>
            <a:rPr lang="en-US" altLang="en-US" sz="1800" dirty="0">
              <a:latin typeface="Arial Rounded MT Bold" panose="020F0704030504030204" pitchFamily="34" charset="0"/>
            </a:rPr>
            <a:t>80/20 train–test split.</a:t>
          </a:r>
        </a:p>
      </dgm:t>
    </dgm:pt>
    <dgm:pt modelId="{935DECD8-36E5-4309-87BE-80D6E812954B}" type="parTrans" cxnId="{498248A0-7914-42C4-BA2A-722D5DEE9A23}">
      <dgm:prSet/>
      <dgm:spPr/>
      <dgm:t>
        <a:bodyPr/>
        <a:lstStyle/>
        <a:p>
          <a:endParaRPr lang="en-IN"/>
        </a:p>
      </dgm:t>
    </dgm:pt>
    <dgm:pt modelId="{E7BBEA0E-F73E-4672-B818-5CAB1084C6D8}" type="sibTrans" cxnId="{498248A0-7914-42C4-BA2A-722D5DEE9A23}">
      <dgm:prSet/>
      <dgm:spPr/>
      <dgm:t>
        <a:bodyPr/>
        <a:lstStyle/>
        <a:p>
          <a:endParaRPr lang="en-IN"/>
        </a:p>
      </dgm:t>
    </dgm:pt>
    <dgm:pt modelId="{D30A5C7F-F47C-48CC-966D-52BAD101601C}">
      <dgm:prSet custT="1"/>
      <dgm:spPr/>
      <dgm:t>
        <a:bodyPr/>
        <a:lstStyle/>
        <a:p>
          <a:pPr algn="ctr"/>
          <a:r>
            <a:rPr lang="en-US" altLang="en-US" sz="1800" b="0" dirty="0">
              <a:latin typeface="Arial Rounded MT Bold" panose="020F0704030504030204" pitchFamily="34" charset="0"/>
            </a:rPr>
            <a:t>Best Recall: Pop (1.00), Jazz (0.88) (</a:t>
          </a:r>
          <a:r>
            <a:rPr lang="en-IN" sz="1800" b="0" dirty="0">
              <a:latin typeface="Arial Rounded MT Bold" panose="020F0704030504030204" pitchFamily="34" charset="0"/>
            </a:rPr>
            <a:t>high recall ) model identifies them very well.</a:t>
          </a:r>
          <a:r>
            <a:rPr lang="en-US" altLang="en-US" sz="1800" b="0" dirty="0">
              <a:latin typeface="Arial Rounded MT Bold" panose="020F0704030504030204" pitchFamily="34" charset="0"/>
            </a:rPr>
            <a:t> </a:t>
          </a:r>
        </a:p>
      </dgm:t>
    </dgm:pt>
    <dgm:pt modelId="{94343A93-9902-4A7F-B448-704E9EC4A2A2}" type="parTrans" cxnId="{E101E093-F529-433C-928A-059CADDDB9CB}">
      <dgm:prSet/>
      <dgm:spPr/>
      <dgm:t>
        <a:bodyPr/>
        <a:lstStyle/>
        <a:p>
          <a:endParaRPr lang="en-IN"/>
        </a:p>
      </dgm:t>
    </dgm:pt>
    <dgm:pt modelId="{BF52AFFA-3739-468B-9737-595CAD743282}" type="sibTrans" cxnId="{E101E093-F529-433C-928A-059CADDDB9CB}">
      <dgm:prSet/>
      <dgm:spPr/>
      <dgm:t>
        <a:bodyPr/>
        <a:lstStyle/>
        <a:p>
          <a:endParaRPr lang="en-IN"/>
        </a:p>
      </dgm:t>
    </dgm:pt>
    <dgm:pt modelId="{7A89F27F-3C06-47E9-9496-825045ABE178}">
      <dgm:prSet custT="1"/>
      <dgm:spPr/>
      <dgm:t>
        <a:bodyPr/>
        <a:lstStyle/>
        <a:p>
          <a:r>
            <a:rPr lang="en-US" altLang="en-US" sz="1800" dirty="0">
              <a:latin typeface="Arial Rounded MT Bold" panose="020F0704030504030204" pitchFamily="34" charset="0"/>
            </a:rPr>
            <a:t>Lower Recall: Classical (0.62), Rock (0.50) - </a:t>
          </a:r>
          <a:r>
            <a:rPr lang="en-IN" sz="1800" dirty="0">
              <a:latin typeface="Arial Rounded MT Bold" panose="020F0704030504030204" pitchFamily="34" charset="0"/>
            </a:rPr>
            <a:t>more misclassifications</a:t>
          </a:r>
          <a:endParaRPr lang="en-US" altLang="en-US" sz="1800" dirty="0">
            <a:latin typeface="Arial Rounded MT Bold" panose="020F0704030504030204" pitchFamily="34" charset="0"/>
          </a:endParaRPr>
        </a:p>
      </dgm:t>
    </dgm:pt>
    <dgm:pt modelId="{9B2D149B-BA9F-449E-8A89-B470F079A72D}" type="parTrans" cxnId="{0792B71C-871A-41F5-BBAC-E6CAE65F92F0}">
      <dgm:prSet/>
      <dgm:spPr/>
      <dgm:t>
        <a:bodyPr/>
        <a:lstStyle/>
        <a:p>
          <a:endParaRPr lang="en-IN"/>
        </a:p>
      </dgm:t>
    </dgm:pt>
    <dgm:pt modelId="{5165AE5D-508F-4677-939A-DD9EAF6D621D}" type="sibTrans" cxnId="{0792B71C-871A-41F5-BBAC-E6CAE65F92F0}">
      <dgm:prSet/>
      <dgm:spPr/>
      <dgm:t>
        <a:bodyPr/>
        <a:lstStyle/>
        <a:p>
          <a:endParaRPr lang="en-IN"/>
        </a:p>
      </dgm:t>
    </dgm:pt>
    <dgm:pt modelId="{78A604BB-0D9E-45D0-B7F2-F6BFC5138338}">
      <dgm:prSet custT="1"/>
      <dgm:spPr/>
      <dgm:t>
        <a:bodyPr/>
        <a:lstStyle/>
        <a:p>
          <a:r>
            <a:rPr lang="en-US" altLang="en-US" sz="1800" dirty="0">
              <a:latin typeface="Arial Rounded MT Bold" panose="020F0704030504030204" pitchFamily="34" charset="0"/>
            </a:rPr>
            <a:t>Interpretation: Many genres share frequency patterns - moderate separability</a:t>
          </a:r>
        </a:p>
      </dgm:t>
    </dgm:pt>
    <dgm:pt modelId="{581B847C-0796-4645-AD18-3474FA837A1F}" type="parTrans" cxnId="{3E85F39A-A9C3-4EF0-B916-5EFDAF5FB85D}">
      <dgm:prSet/>
      <dgm:spPr/>
      <dgm:t>
        <a:bodyPr/>
        <a:lstStyle/>
        <a:p>
          <a:endParaRPr lang="en-IN"/>
        </a:p>
      </dgm:t>
    </dgm:pt>
    <dgm:pt modelId="{2299C6FB-15D6-41BD-BB47-EF2E23505479}" type="sibTrans" cxnId="{3E85F39A-A9C3-4EF0-B916-5EFDAF5FB85D}">
      <dgm:prSet/>
      <dgm:spPr/>
      <dgm:t>
        <a:bodyPr/>
        <a:lstStyle/>
        <a:p>
          <a:endParaRPr lang="en-IN"/>
        </a:p>
      </dgm:t>
    </dgm:pt>
    <dgm:pt modelId="{67ED0813-40F3-4B49-AE27-11AB761DB6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800" dirty="0">
              <a:latin typeface="Arial Rounded MT Bold" panose="020F0704030504030204" pitchFamily="34" charset="0"/>
            </a:rPr>
            <a:t>High precision for Classical &amp; Rock - when predicted, they are correct.</a:t>
          </a:r>
          <a:endParaRPr lang="en-US" altLang="en-US" sz="1800" dirty="0">
            <a:latin typeface="Arial Rounded MT Bold" panose="020F0704030504030204" pitchFamily="34" charset="0"/>
          </a:endParaRPr>
        </a:p>
      </dgm:t>
    </dgm:pt>
    <dgm:pt modelId="{13A8C022-85BD-4196-83E5-93B0648D1437}" type="parTrans" cxnId="{20C2DDD2-CD38-4009-A9E4-FACC962E2047}">
      <dgm:prSet/>
      <dgm:spPr/>
      <dgm:t>
        <a:bodyPr/>
        <a:lstStyle/>
        <a:p>
          <a:endParaRPr lang="en-IN"/>
        </a:p>
      </dgm:t>
    </dgm:pt>
    <dgm:pt modelId="{6C86F51D-BD8B-46F2-A7BF-52413493AECE}" type="sibTrans" cxnId="{20C2DDD2-CD38-4009-A9E4-FACC962E2047}">
      <dgm:prSet/>
      <dgm:spPr/>
      <dgm:t>
        <a:bodyPr/>
        <a:lstStyle/>
        <a:p>
          <a:endParaRPr lang="en-IN"/>
        </a:p>
      </dgm:t>
    </dgm:pt>
    <dgm:pt modelId="{95288CA9-0885-4647-9C0C-1CA89B1A42B1}">
      <dgm:prSet custT="1"/>
      <dgm:spPr/>
      <dgm:t>
        <a:bodyPr/>
        <a:lstStyle/>
        <a:p>
          <a:r>
            <a:rPr lang="en-US" altLang="en-US" sz="1800" dirty="0">
              <a:latin typeface="Arial Rounded MT Bold" panose="020F0704030504030204" pitchFamily="34" charset="0"/>
            </a:rPr>
            <a:t>Accuracy: 0.75   Most important features: f1, f7, f20, f11</a:t>
          </a:r>
        </a:p>
      </dgm:t>
    </dgm:pt>
    <dgm:pt modelId="{38515065-184A-4E64-A6B6-A1CE7B391564}" type="parTrans" cxnId="{57D08EE1-9BDF-44ED-814E-44FD338E4FF4}">
      <dgm:prSet/>
      <dgm:spPr/>
      <dgm:t>
        <a:bodyPr/>
        <a:lstStyle/>
        <a:p>
          <a:endParaRPr lang="en-IN"/>
        </a:p>
      </dgm:t>
    </dgm:pt>
    <dgm:pt modelId="{AE8D5A7A-4847-4E48-A475-29EE482B8746}" type="sibTrans" cxnId="{57D08EE1-9BDF-44ED-814E-44FD338E4FF4}">
      <dgm:prSet/>
      <dgm:spPr/>
      <dgm:t>
        <a:bodyPr/>
        <a:lstStyle/>
        <a:p>
          <a:endParaRPr lang="en-IN"/>
        </a:p>
      </dgm:t>
    </dgm:pt>
    <dgm:pt modelId="{5C9C7E8E-4274-44BE-A0E2-6D9F137728AE}" type="pres">
      <dgm:prSet presAssocID="{B5D73957-2050-435E-9128-21210AD8953F}" presName="diagram" presStyleCnt="0">
        <dgm:presLayoutVars>
          <dgm:dir/>
          <dgm:resizeHandles val="exact"/>
        </dgm:presLayoutVars>
      </dgm:prSet>
      <dgm:spPr/>
    </dgm:pt>
    <dgm:pt modelId="{E4E3E9A8-ADD3-419B-AA1B-B144C4507FA8}" type="pres">
      <dgm:prSet presAssocID="{880BB322-66F7-4337-B30C-0D5EA0CF248B}" presName="node" presStyleLbl="node1" presStyleIdx="0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E338668D-B3C1-4284-98E5-FDA7627B0D90}" type="pres">
      <dgm:prSet presAssocID="{BC9C5C53-1ECF-4851-A62B-FCFBEFD375DC}" presName="sibTrans" presStyleCnt="0"/>
      <dgm:spPr/>
    </dgm:pt>
    <dgm:pt modelId="{3F11D146-071F-4C7A-BEBD-44DF4C0CABED}" type="pres">
      <dgm:prSet presAssocID="{86BE43EC-26F1-49F0-84C9-E1F93CAFB919}" presName="node" presStyleLbl="node1" presStyleIdx="1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16EAB1EF-A6C0-42B8-A65E-3A47DABF882C}" type="pres">
      <dgm:prSet presAssocID="{E7BBEA0E-F73E-4672-B818-5CAB1084C6D8}" presName="sibTrans" presStyleCnt="0"/>
      <dgm:spPr/>
    </dgm:pt>
    <dgm:pt modelId="{A24A5FEF-C367-468F-9690-F1C89C0B8D14}" type="pres">
      <dgm:prSet presAssocID="{D30A5C7F-F47C-48CC-966D-52BAD101601C}" presName="node" presStyleLbl="node1" presStyleIdx="2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99CBC4C6-CE6E-44EE-AE62-9F6DAC0D5EEE}" type="pres">
      <dgm:prSet presAssocID="{BF52AFFA-3739-468B-9737-595CAD743282}" presName="sibTrans" presStyleCnt="0"/>
      <dgm:spPr/>
    </dgm:pt>
    <dgm:pt modelId="{B2AF40A3-A239-4FEF-9FED-9C2DF0DA924C}" type="pres">
      <dgm:prSet presAssocID="{7A89F27F-3C06-47E9-9496-825045ABE178}" presName="node" presStyleLbl="node1" presStyleIdx="3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0608DDA9-D735-4FD7-9CB6-CAB86A9371D5}" type="pres">
      <dgm:prSet presAssocID="{5165AE5D-508F-4677-939A-DD9EAF6D621D}" presName="sibTrans" presStyleCnt="0"/>
      <dgm:spPr/>
    </dgm:pt>
    <dgm:pt modelId="{7EB3BD79-AB9A-4C07-BB4E-D27A2B6A1C0A}" type="pres">
      <dgm:prSet presAssocID="{67ED0813-40F3-4B49-AE27-11AB761DB6FC}" presName="node" presStyleLbl="node1" presStyleIdx="4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48F35025-6D82-40D0-BC93-DBC61D7A6981}" type="pres">
      <dgm:prSet presAssocID="{6C86F51D-BD8B-46F2-A7BF-52413493AECE}" presName="sibTrans" presStyleCnt="0"/>
      <dgm:spPr/>
    </dgm:pt>
    <dgm:pt modelId="{D9D3D688-80F4-4654-8854-497CEAEC168D}" type="pres">
      <dgm:prSet presAssocID="{95288CA9-0885-4647-9C0C-1CA89B1A42B1}" presName="node" presStyleLbl="node1" presStyleIdx="5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9E3A3876-237E-4168-B9FA-F58BBD829427}" type="pres">
      <dgm:prSet presAssocID="{AE8D5A7A-4847-4E48-A475-29EE482B8746}" presName="sibTrans" presStyleCnt="0"/>
      <dgm:spPr/>
    </dgm:pt>
    <dgm:pt modelId="{1568A448-A70D-4990-9FAE-E28BE3CCC92D}" type="pres">
      <dgm:prSet presAssocID="{78A604BB-0D9E-45D0-B7F2-F6BFC5138338}" presName="node" presStyleLbl="node1" presStyleIdx="6" presStyleCnt="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EBB11602-BDAF-4457-8F29-221B9247271A}" type="presOf" srcId="{78A604BB-0D9E-45D0-B7F2-F6BFC5138338}" destId="{1568A448-A70D-4990-9FAE-E28BE3CCC92D}" srcOrd="0" destOrd="0" presId="urn:microsoft.com/office/officeart/2005/8/layout/default"/>
    <dgm:cxn modelId="{0792B71C-871A-41F5-BBAC-E6CAE65F92F0}" srcId="{B5D73957-2050-435E-9128-21210AD8953F}" destId="{7A89F27F-3C06-47E9-9496-825045ABE178}" srcOrd="3" destOrd="0" parTransId="{9B2D149B-BA9F-449E-8A89-B470F079A72D}" sibTransId="{5165AE5D-508F-4677-939A-DD9EAF6D621D}"/>
    <dgm:cxn modelId="{8605776C-F77D-493E-B26C-715612D03AD9}" type="presOf" srcId="{D30A5C7F-F47C-48CC-966D-52BAD101601C}" destId="{A24A5FEF-C367-468F-9690-F1C89C0B8D14}" srcOrd="0" destOrd="0" presId="urn:microsoft.com/office/officeart/2005/8/layout/default"/>
    <dgm:cxn modelId="{B5A15A4F-5635-410B-9C61-B2A184D93624}" type="presOf" srcId="{86BE43EC-26F1-49F0-84C9-E1F93CAFB919}" destId="{3F11D146-071F-4C7A-BEBD-44DF4C0CABED}" srcOrd="0" destOrd="0" presId="urn:microsoft.com/office/officeart/2005/8/layout/default"/>
    <dgm:cxn modelId="{A549D451-EED0-45DA-8E41-FB044B2CFB96}" type="presOf" srcId="{67ED0813-40F3-4B49-AE27-11AB761DB6FC}" destId="{7EB3BD79-AB9A-4C07-BB4E-D27A2B6A1C0A}" srcOrd="0" destOrd="0" presId="urn:microsoft.com/office/officeart/2005/8/layout/default"/>
    <dgm:cxn modelId="{E96FB05A-6B5A-4DAB-B439-28221AAAFE2E}" type="presOf" srcId="{95288CA9-0885-4647-9C0C-1CA89B1A42B1}" destId="{D9D3D688-80F4-4654-8854-497CEAEC168D}" srcOrd="0" destOrd="0" presId="urn:microsoft.com/office/officeart/2005/8/layout/default"/>
    <dgm:cxn modelId="{E101E093-F529-433C-928A-059CADDDB9CB}" srcId="{B5D73957-2050-435E-9128-21210AD8953F}" destId="{D30A5C7F-F47C-48CC-966D-52BAD101601C}" srcOrd="2" destOrd="0" parTransId="{94343A93-9902-4A7F-B448-704E9EC4A2A2}" sibTransId="{BF52AFFA-3739-468B-9737-595CAD743282}"/>
    <dgm:cxn modelId="{3E85F39A-A9C3-4EF0-B916-5EFDAF5FB85D}" srcId="{B5D73957-2050-435E-9128-21210AD8953F}" destId="{78A604BB-0D9E-45D0-B7F2-F6BFC5138338}" srcOrd="6" destOrd="0" parTransId="{581B847C-0796-4645-AD18-3474FA837A1F}" sibTransId="{2299C6FB-15D6-41BD-BB47-EF2E23505479}"/>
    <dgm:cxn modelId="{498248A0-7914-42C4-BA2A-722D5DEE9A23}" srcId="{B5D73957-2050-435E-9128-21210AD8953F}" destId="{86BE43EC-26F1-49F0-84C9-E1F93CAFB919}" srcOrd="1" destOrd="0" parTransId="{935DECD8-36E5-4309-87BE-80D6E812954B}" sibTransId="{E7BBEA0E-F73E-4672-B818-5CAB1084C6D8}"/>
    <dgm:cxn modelId="{63510BBE-3FE5-4E5D-8F98-9D1609EB6DF7}" type="presOf" srcId="{B5D73957-2050-435E-9128-21210AD8953F}" destId="{5C9C7E8E-4274-44BE-A0E2-6D9F137728AE}" srcOrd="0" destOrd="0" presId="urn:microsoft.com/office/officeart/2005/8/layout/default"/>
    <dgm:cxn modelId="{20C2DDD2-CD38-4009-A9E4-FACC962E2047}" srcId="{B5D73957-2050-435E-9128-21210AD8953F}" destId="{67ED0813-40F3-4B49-AE27-11AB761DB6FC}" srcOrd="4" destOrd="0" parTransId="{13A8C022-85BD-4196-83E5-93B0648D1437}" sibTransId="{6C86F51D-BD8B-46F2-A7BF-52413493AECE}"/>
    <dgm:cxn modelId="{57D08EE1-9BDF-44ED-814E-44FD338E4FF4}" srcId="{B5D73957-2050-435E-9128-21210AD8953F}" destId="{95288CA9-0885-4647-9C0C-1CA89B1A42B1}" srcOrd="5" destOrd="0" parTransId="{38515065-184A-4E64-A6B6-A1CE7B391564}" sibTransId="{AE8D5A7A-4847-4E48-A475-29EE482B8746}"/>
    <dgm:cxn modelId="{3559D1E4-5650-4B28-BBCF-CD82B9D47096}" type="presOf" srcId="{7A89F27F-3C06-47E9-9496-825045ABE178}" destId="{B2AF40A3-A239-4FEF-9FED-9C2DF0DA924C}" srcOrd="0" destOrd="0" presId="urn:microsoft.com/office/officeart/2005/8/layout/default"/>
    <dgm:cxn modelId="{7EFB1AEA-FA04-4E4E-B0CD-1A77AEFC9A90}" type="presOf" srcId="{880BB322-66F7-4337-B30C-0D5EA0CF248B}" destId="{E4E3E9A8-ADD3-419B-AA1B-B144C4507FA8}" srcOrd="0" destOrd="0" presId="urn:microsoft.com/office/officeart/2005/8/layout/default"/>
    <dgm:cxn modelId="{F855B8FA-56ED-4348-B3AF-A782E8B3E045}" srcId="{B5D73957-2050-435E-9128-21210AD8953F}" destId="{880BB322-66F7-4337-B30C-0D5EA0CF248B}" srcOrd="0" destOrd="0" parTransId="{9FA54E36-56C0-4F32-AFB4-5990479B0ADA}" sibTransId="{BC9C5C53-1ECF-4851-A62B-FCFBEFD375DC}"/>
    <dgm:cxn modelId="{FCE10EB3-5AF3-495D-97A9-377A6D870AAC}" type="presParOf" srcId="{5C9C7E8E-4274-44BE-A0E2-6D9F137728AE}" destId="{E4E3E9A8-ADD3-419B-AA1B-B144C4507FA8}" srcOrd="0" destOrd="0" presId="urn:microsoft.com/office/officeart/2005/8/layout/default"/>
    <dgm:cxn modelId="{38E197C0-4739-425E-8BF1-2BA347EA222C}" type="presParOf" srcId="{5C9C7E8E-4274-44BE-A0E2-6D9F137728AE}" destId="{E338668D-B3C1-4284-98E5-FDA7627B0D90}" srcOrd="1" destOrd="0" presId="urn:microsoft.com/office/officeart/2005/8/layout/default"/>
    <dgm:cxn modelId="{CFBD88EB-2D63-45C0-89CA-37092E8AD94E}" type="presParOf" srcId="{5C9C7E8E-4274-44BE-A0E2-6D9F137728AE}" destId="{3F11D146-071F-4C7A-BEBD-44DF4C0CABED}" srcOrd="2" destOrd="0" presId="urn:microsoft.com/office/officeart/2005/8/layout/default"/>
    <dgm:cxn modelId="{AC3BA4A4-5845-4C66-BD1D-2DE18B961952}" type="presParOf" srcId="{5C9C7E8E-4274-44BE-A0E2-6D9F137728AE}" destId="{16EAB1EF-A6C0-42B8-A65E-3A47DABF882C}" srcOrd="3" destOrd="0" presId="urn:microsoft.com/office/officeart/2005/8/layout/default"/>
    <dgm:cxn modelId="{97674C85-CF94-4090-8450-75CAB0D8C014}" type="presParOf" srcId="{5C9C7E8E-4274-44BE-A0E2-6D9F137728AE}" destId="{A24A5FEF-C367-468F-9690-F1C89C0B8D14}" srcOrd="4" destOrd="0" presId="urn:microsoft.com/office/officeart/2005/8/layout/default"/>
    <dgm:cxn modelId="{0B6960A0-BC48-4EE2-AB29-C6E4B9255447}" type="presParOf" srcId="{5C9C7E8E-4274-44BE-A0E2-6D9F137728AE}" destId="{99CBC4C6-CE6E-44EE-AE62-9F6DAC0D5EEE}" srcOrd="5" destOrd="0" presId="urn:microsoft.com/office/officeart/2005/8/layout/default"/>
    <dgm:cxn modelId="{733B7261-ADAC-48F8-A6D8-A303E9B89721}" type="presParOf" srcId="{5C9C7E8E-4274-44BE-A0E2-6D9F137728AE}" destId="{B2AF40A3-A239-4FEF-9FED-9C2DF0DA924C}" srcOrd="6" destOrd="0" presId="urn:microsoft.com/office/officeart/2005/8/layout/default"/>
    <dgm:cxn modelId="{4448D00E-DA19-4F01-A252-EBA7EC069E6D}" type="presParOf" srcId="{5C9C7E8E-4274-44BE-A0E2-6D9F137728AE}" destId="{0608DDA9-D735-4FD7-9CB6-CAB86A9371D5}" srcOrd="7" destOrd="0" presId="urn:microsoft.com/office/officeart/2005/8/layout/default"/>
    <dgm:cxn modelId="{38BC5A57-10C6-4CA0-8CD5-FE7C15FA3A30}" type="presParOf" srcId="{5C9C7E8E-4274-44BE-A0E2-6D9F137728AE}" destId="{7EB3BD79-AB9A-4C07-BB4E-D27A2B6A1C0A}" srcOrd="8" destOrd="0" presId="urn:microsoft.com/office/officeart/2005/8/layout/default"/>
    <dgm:cxn modelId="{64219712-4F2B-48F5-8188-D6AB2980B7BD}" type="presParOf" srcId="{5C9C7E8E-4274-44BE-A0E2-6D9F137728AE}" destId="{48F35025-6D82-40D0-BC93-DBC61D7A6981}" srcOrd="9" destOrd="0" presId="urn:microsoft.com/office/officeart/2005/8/layout/default"/>
    <dgm:cxn modelId="{C11E3579-C7C4-4A43-8889-2967C105400D}" type="presParOf" srcId="{5C9C7E8E-4274-44BE-A0E2-6D9F137728AE}" destId="{D9D3D688-80F4-4654-8854-497CEAEC168D}" srcOrd="10" destOrd="0" presId="urn:microsoft.com/office/officeart/2005/8/layout/default"/>
    <dgm:cxn modelId="{7A0C5D61-6735-4BD1-BEB1-FE02A99060ED}" type="presParOf" srcId="{5C9C7E8E-4274-44BE-A0E2-6D9F137728AE}" destId="{9E3A3876-237E-4168-B9FA-F58BBD829427}" srcOrd="11" destOrd="0" presId="urn:microsoft.com/office/officeart/2005/8/layout/default"/>
    <dgm:cxn modelId="{883D7C4B-B9B6-4338-9727-882510D88E67}" type="presParOf" srcId="{5C9C7E8E-4274-44BE-A0E2-6D9F137728AE}" destId="{1568A448-A70D-4990-9FAE-E28BE3CCC92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F1DD675-0625-43F7-B442-DE6B79E855CC}" type="doc">
      <dgm:prSet loTypeId="urn:microsoft.com/office/officeart/2008/layout/AlternatingHexagons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16E42BD6-79E6-43A5-B935-8BEA300045AD}">
      <dgm:prSet custT="1"/>
      <dgm:spPr/>
      <dgm:t>
        <a:bodyPr/>
        <a:lstStyle/>
        <a:p>
          <a:r>
            <a:rPr kumimoji="0" lang="en-US" altLang="en-US" sz="1200" b="0" i="0" u="none" strike="noStrike" cap="none" normalizeH="0" baseline="0" dirty="0">
              <a:ln/>
              <a:effectLst/>
              <a:latin typeface="Arial Rounded MT Bold" panose="020F0704030504030204" pitchFamily="34" charset="0"/>
            </a:rPr>
            <a:t>Input: Standardized 20-D Mel features (before PCA</a:t>
          </a:r>
          <a:r>
            <a:rPr kumimoji="0" lang="en-US" altLang="en-US" sz="1000" b="0" i="0" u="none" strike="noStrike" cap="none" normalizeH="0" baseline="0" dirty="0">
              <a:ln/>
              <a:effectLst/>
              <a:latin typeface="Arial Rounded MT Bold" panose="020F0704030504030204" pitchFamily="34" charset="0"/>
            </a:rPr>
            <a:t>)</a:t>
          </a:r>
          <a:endParaRPr lang="en-IN" sz="1000" dirty="0"/>
        </a:p>
      </dgm:t>
    </dgm:pt>
    <dgm:pt modelId="{F62C7255-C157-4F73-AEF9-EEBBD965DEB8}" type="parTrans" cxnId="{FBAD25E5-B27A-443D-B231-BFE9575B1909}">
      <dgm:prSet/>
      <dgm:spPr/>
      <dgm:t>
        <a:bodyPr/>
        <a:lstStyle/>
        <a:p>
          <a:endParaRPr lang="en-IN"/>
        </a:p>
      </dgm:t>
    </dgm:pt>
    <dgm:pt modelId="{4BBD780A-3EA2-4432-9228-9B46386B24E8}" type="sibTrans" cxnId="{FBAD25E5-B27A-443D-B231-BFE9575B1909}">
      <dgm:prSet/>
      <dgm:spPr>
        <a:noFill/>
      </dgm:spPr>
      <dgm:t>
        <a:bodyPr/>
        <a:lstStyle/>
        <a:p>
          <a:endParaRPr lang="en-IN"/>
        </a:p>
      </dgm:t>
    </dgm:pt>
    <dgm:pt modelId="{2EA13105-468E-47B6-B456-FC07BD2A94CE}">
      <dgm:prSet custT="1"/>
      <dgm:spPr/>
      <dgm:t>
        <a:bodyPr/>
        <a:lstStyle/>
        <a:p>
          <a:r>
            <a:rPr kumimoji="0" lang="en-US" altLang="en-US" sz="1200" b="0" i="0" u="none" strike="noStrike" cap="none" normalizeH="0" baseline="0" dirty="0">
              <a:ln/>
              <a:effectLst/>
              <a:latin typeface="Arial Rounded MT Bold" panose="020F0704030504030204" pitchFamily="34" charset="0"/>
            </a:rPr>
            <a:t>Insights (Without PCA ): Many samples collapsed into one cluster; </a:t>
          </a:r>
        </a:p>
        <a:p>
          <a:r>
            <a:rPr kumimoji="0" lang="en-US" altLang="en-US" sz="1200" b="0" i="0" u="none" strike="noStrike" cap="none" normalizeH="0" baseline="0" dirty="0">
              <a:ln/>
              <a:effectLst/>
              <a:latin typeface="Arial Rounded MT Bold" panose="020F0704030504030204" pitchFamily="34" charset="0"/>
            </a:rPr>
            <a:t>Classical separated best, others overlapped</a:t>
          </a:r>
        </a:p>
      </dgm:t>
    </dgm:pt>
    <dgm:pt modelId="{1996DBFB-C7FB-4A82-80B5-392C81C922EE}" type="parTrans" cxnId="{BE553B71-8F8A-4977-ABEC-05586153F68D}">
      <dgm:prSet/>
      <dgm:spPr/>
      <dgm:t>
        <a:bodyPr/>
        <a:lstStyle/>
        <a:p>
          <a:endParaRPr lang="en-IN"/>
        </a:p>
      </dgm:t>
    </dgm:pt>
    <dgm:pt modelId="{83C118E3-246C-4C14-9E5E-A1B217D2476A}" type="sibTrans" cxnId="{BE553B71-8F8A-4977-ABEC-05586153F68D}">
      <dgm:prSet/>
      <dgm:spPr>
        <a:noFill/>
      </dgm:spPr>
      <dgm:t>
        <a:bodyPr/>
        <a:lstStyle/>
        <a:p>
          <a:endParaRPr lang="en-IN"/>
        </a:p>
      </dgm:t>
    </dgm:pt>
    <dgm:pt modelId="{41DD3B50-0AC2-482A-84AE-DEDCBCA7A7A6}">
      <dgm:prSet custT="1"/>
      <dgm:spPr/>
      <dgm:t>
        <a:bodyPr/>
        <a:lstStyle/>
        <a:p>
          <a:r>
            <a:rPr kumimoji="0" lang="en-US" altLang="en-US" sz="1200" b="0" i="0" u="none" strike="noStrike" cap="none" normalizeH="0" baseline="0" dirty="0">
              <a:ln/>
              <a:effectLst/>
              <a:latin typeface="Arial Rounded MT Bold" panose="020F0704030504030204" pitchFamily="34" charset="0"/>
            </a:rPr>
            <a:t>Insights (With PCA): Better structure than without PCA but clusters still overlap</a:t>
          </a:r>
          <a:endParaRPr lang="en-IN" sz="1200" b="0" dirty="0"/>
        </a:p>
      </dgm:t>
    </dgm:pt>
    <dgm:pt modelId="{415F7BCF-08C2-4A66-963D-582758774FD6}" type="parTrans" cxnId="{B653373F-CA43-45D5-B68D-0B047F7A30C1}">
      <dgm:prSet/>
      <dgm:spPr/>
      <dgm:t>
        <a:bodyPr/>
        <a:lstStyle/>
        <a:p>
          <a:endParaRPr lang="en-IN"/>
        </a:p>
      </dgm:t>
    </dgm:pt>
    <dgm:pt modelId="{4EB2F648-ED12-48B6-B831-8FF7BC1AECA0}" type="sibTrans" cxnId="{B653373F-CA43-45D5-B68D-0B047F7A30C1}">
      <dgm:prSet/>
      <dgm:spPr>
        <a:noFill/>
      </dgm:spPr>
      <dgm:t>
        <a:bodyPr/>
        <a:lstStyle/>
        <a:p>
          <a:endParaRPr lang="en-IN"/>
        </a:p>
      </dgm:t>
    </dgm:pt>
    <dgm:pt modelId="{760CF683-71AD-4B6F-BE20-150929EDDEC8}" type="pres">
      <dgm:prSet presAssocID="{5F1DD675-0625-43F7-B442-DE6B79E855CC}" presName="Name0" presStyleCnt="0">
        <dgm:presLayoutVars>
          <dgm:chMax/>
          <dgm:chPref/>
          <dgm:dir/>
          <dgm:animLvl val="lvl"/>
        </dgm:presLayoutVars>
      </dgm:prSet>
      <dgm:spPr/>
    </dgm:pt>
    <dgm:pt modelId="{2C2369EA-ABD8-443A-B694-118842E122EA}" type="pres">
      <dgm:prSet presAssocID="{16E42BD6-79E6-43A5-B935-8BEA300045AD}" presName="composite" presStyleCnt="0"/>
      <dgm:spPr/>
    </dgm:pt>
    <dgm:pt modelId="{32969513-3CCB-4D27-A50B-592896F102B3}" type="pres">
      <dgm:prSet presAssocID="{16E42BD6-79E6-43A5-B935-8BEA300045AD}" presName="Parent1" presStyleLbl="node1" presStyleIdx="0" presStyleCnt="6" custScaleX="161051" custScaleY="161051" custLinFactNeighborX="56239" custLinFactNeighborY="-52">
        <dgm:presLayoutVars>
          <dgm:chMax val="1"/>
          <dgm:chPref val="1"/>
          <dgm:bulletEnabled val="1"/>
        </dgm:presLayoutVars>
      </dgm:prSet>
      <dgm:spPr/>
    </dgm:pt>
    <dgm:pt modelId="{4FCFA0C3-0113-41C0-BBB6-2871322F3243}" type="pres">
      <dgm:prSet presAssocID="{16E42BD6-79E6-43A5-B935-8BEA300045AD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8D17DCB1-E240-4BB1-B60C-0767B1ADB501}" type="pres">
      <dgm:prSet presAssocID="{16E42BD6-79E6-43A5-B935-8BEA300045AD}" presName="BalanceSpacing" presStyleCnt="0"/>
      <dgm:spPr/>
    </dgm:pt>
    <dgm:pt modelId="{ECC85E72-F2D0-415A-B2B5-0C86B904085D}" type="pres">
      <dgm:prSet presAssocID="{16E42BD6-79E6-43A5-B935-8BEA300045AD}" presName="BalanceSpacing1" presStyleCnt="0"/>
      <dgm:spPr/>
    </dgm:pt>
    <dgm:pt modelId="{ED2C2974-6696-4B7C-B699-37A74B743B0D}" type="pres">
      <dgm:prSet presAssocID="{4BBD780A-3EA2-4432-9228-9B46386B24E8}" presName="Accent1Text" presStyleLbl="node1" presStyleIdx="1" presStyleCnt="6" custScaleX="121000" custScaleY="121000" custLinFactNeighborX="33564"/>
      <dgm:spPr/>
    </dgm:pt>
    <dgm:pt modelId="{B064890B-C7D0-412F-A726-EA8E6D776D49}" type="pres">
      <dgm:prSet presAssocID="{4BBD780A-3EA2-4432-9228-9B46386B24E8}" presName="spaceBetweenRectangles" presStyleCnt="0"/>
      <dgm:spPr/>
    </dgm:pt>
    <dgm:pt modelId="{FD1428E5-201E-468E-A28E-DF7F1F3562B9}" type="pres">
      <dgm:prSet presAssocID="{2EA13105-468E-47B6-B456-FC07BD2A94CE}" presName="composite" presStyleCnt="0"/>
      <dgm:spPr/>
    </dgm:pt>
    <dgm:pt modelId="{CBC1C5F4-7B6D-4884-A12F-B8D61A2EFA79}" type="pres">
      <dgm:prSet presAssocID="{2EA13105-468E-47B6-B456-FC07BD2A94CE}" presName="Parent1" presStyleLbl="node1" presStyleIdx="2" presStyleCnt="6" custScaleX="161051" custScaleY="161051" custLinFactNeighborX="37192">
        <dgm:presLayoutVars>
          <dgm:chMax val="1"/>
          <dgm:chPref val="1"/>
          <dgm:bulletEnabled val="1"/>
        </dgm:presLayoutVars>
      </dgm:prSet>
      <dgm:spPr/>
    </dgm:pt>
    <dgm:pt modelId="{E2B37F4E-3039-4402-B5AE-BA80323ABF4A}" type="pres">
      <dgm:prSet presAssocID="{2EA13105-468E-47B6-B456-FC07BD2A94CE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3476F93-9D40-4202-A315-E2D96C400437}" type="pres">
      <dgm:prSet presAssocID="{2EA13105-468E-47B6-B456-FC07BD2A94CE}" presName="BalanceSpacing" presStyleCnt="0"/>
      <dgm:spPr/>
    </dgm:pt>
    <dgm:pt modelId="{F0C9494D-C6EF-446C-A8A0-D0725F30D08B}" type="pres">
      <dgm:prSet presAssocID="{2EA13105-468E-47B6-B456-FC07BD2A94CE}" presName="BalanceSpacing1" presStyleCnt="0"/>
      <dgm:spPr/>
    </dgm:pt>
    <dgm:pt modelId="{75CC9C9A-9450-4182-BFF0-BC0C9C61F46E}" type="pres">
      <dgm:prSet presAssocID="{83C118E3-246C-4C14-9E5E-A1B217D2476A}" presName="Accent1Text" presStyleLbl="node1" presStyleIdx="3" presStyleCnt="6"/>
      <dgm:spPr/>
    </dgm:pt>
    <dgm:pt modelId="{1CE117E2-97C6-4F45-89A4-DB50DB96226D}" type="pres">
      <dgm:prSet presAssocID="{83C118E3-246C-4C14-9E5E-A1B217D2476A}" presName="spaceBetweenRectangles" presStyleCnt="0"/>
      <dgm:spPr/>
    </dgm:pt>
    <dgm:pt modelId="{6E3C7465-5866-4EB6-A414-F2819A77657D}" type="pres">
      <dgm:prSet presAssocID="{41DD3B50-0AC2-482A-84AE-DEDCBCA7A7A6}" presName="composite" presStyleCnt="0"/>
      <dgm:spPr/>
    </dgm:pt>
    <dgm:pt modelId="{81ACB244-B7CE-4F86-A294-852C4419C637}" type="pres">
      <dgm:prSet presAssocID="{41DD3B50-0AC2-482A-84AE-DEDCBCA7A7A6}" presName="Parent1" presStyleLbl="node1" presStyleIdx="4" presStyleCnt="6" custScaleX="161051" custScaleY="161051" custLinFactNeighborX="55332">
        <dgm:presLayoutVars>
          <dgm:chMax val="1"/>
          <dgm:chPref val="1"/>
          <dgm:bulletEnabled val="1"/>
        </dgm:presLayoutVars>
      </dgm:prSet>
      <dgm:spPr/>
    </dgm:pt>
    <dgm:pt modelId="{572879F9-B55B-482C-AA9F-8501EC2D31A7}" type="pres">
      <dgm:prSet presAssocID="{41DD3B50-0AC2-482A-84AE-DEDCBCA7A7A6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2AD8C138-21C4-491B-8799-95E89CB0CBEE}" type="pres">
      <dgm:prSet presAssocID="{41DD3B50-0AC2-482A-84AE-DEDCBCA7A7A6}" presName="BalanceSpacing" presStyleCnt="0"/>
      <dgm:spPr/>
    </dgm:pt>
    <dgm:pt modelId="{948CCCB1-D6D3-4868-B882-2814DA84484C}" type="pres">
      <dgm:prSet presAssocID="{41DD3B50-0AC2-482A-84AE-DEDCBCA7A7A6}" presName="BalanceSpacing1" presStyleCnt="0"/>
      <dgm:spPr/>
    </dgm:pt>
    <dgm:pt modelId="{A4C04137-B343-4671-98BD-34EE656E6D89}" type="pres">
      <dgm:prSet presAssocID="{4EB2F648-ED12-48B6-B831-8FF7BC1AECA0}" presName="Accent1Text" presStyleLbl="node1" presStyleIdx="5" presStyleCnt="6" custScaleX="121000" custScaleY="121000" custLinFactNeighborX="33564"/>
      <dgm:spPr/>
    </dgm:pt>
  </dgm:ptLst>
  <dgm:cxnLst>
    <dgm:cxn modelId="{0D85CE0B-0B76-4798-B4A4-ED8DF7E8B1A6}" type="presOf" srcId="{83C118E3-246C-4C14-9E5E-A1B217D2476A}" destId="{75CC9C9A-9450-4182-BFF0-BC0C9C61F46E}" srcOrd="0" destOrd="0" presId="urn:microsoft.com/office/officeart/2008/layout/AlternatingHexagons"/>
    <dgm:cxn modelId="{B653373F-CA43-45D5-B68D-0B047F7A30C1}" srcId="{5F1DD675-0625-43F7-B442-DE6B79E855CC}" destId="{41DD3B50-0AC2-482A-84AE-DEDCBCA7A7A6}" srcOrd="2" destOrd="0" parTransId="{415F7BCF-08C2-4A66-963D-582758774FD6}" sibTransId="{4EB2F648-ED12-48B6-B831-8FF7BC1AECA0}"/>
    <dgm:cxn modelId="{BE553B71-8F8A-4977-ABEC-05586153F68D}" srcId="{5F1DD675-0625-43F7-B442-DE6B79E855CC}" destId="{2EA13105-468E-47B6-B456-FC07BD2A94CE}" srcOrd="1" destOrd="0" parTransId="{1996DBFB-C7FB-4A82-80B5-392C81C922EE}" sibTransId="{83C118E3-246C-4C14-9E5E-A1B217D2476A}"/>
    <dgm:cxn modelId="{ED149595-6C9D-40BA-80BF-25ECC1DAAF7A}" type="presOf" srcId="{5F1DD675-0625-43F7-B442-DE6B79E855CC}" destId="{760CF683-71AD-4B6F-BE20-150929EDDEC8}" srcOrd="0" destOrd="0" presId="urn:microsoft.com/office/officeart/2008/layout/AlternatingHexagons"/>
    <dgm:cxn modelId="{7F2D34AB-1FAF-45B7-9A2C-F62812141681}" type="presOf" srcId="{4BBD780A-3EA2-4432-9228-9B46386B24E8}" destId="{ED2C2974-6696-4B7C-B699-37A74B743B0D}" srcOrd="0" destOrd="0" presId="urn:microsoft.com/office/officeart/2008/layout/AlternatingHexagons"/>
    <dgm:cxn modelId="{2A232EB5-FC7F-4BC8-95BD-C8F1F4BE1E1D}" type="presOf" srcId="{16E42BD6-79E6-43A5-B935-8BEA300045AD}" destId="{32969513-3CCB-4D27-A50B-592896F102B3}" srcOrd="0" destOrd="0" presId="urn:microsoft.com/office/officeart/2008/layout/AlternatingHexagons"/>
    <dgm:cxn modelId="{526CE6B6-881E-492B-B0FE-5E41E13AC043}" type="presOf" srcId="{2EA13105-468E-47B6-B456-FC07BD2A94CE}" destId="{CBC1C5F4-7B6D-4884-A12F-B8D61A2EFA79}" srcOrd="0" destOrd="0" presId="urn:microsoft.com/office/officeart/2008/layout/AlternatingHexagons"/>
    <dgm:cxn modelId="{1C5326D7-01EE-4CEE-A0F2-5D01F7907574}" type="presOf" srcId="{4EB2F648-ED12-48B6-B831-8FF7BC1AECA0}" destId="{A4C04137-B343-4671-98BD-34EE656E6D89}" srcOrd="0" destOrd="0" presId="urn:microsoft.com/office/officeart/2008/layout/AlternatingHexagons"/>
    <dgm:cxn modelId="{FBAD25E5-B27A-443D-B231-BFE9575B1909}" srcId="{5F1DD675-0625-43F7-B442-DE6B79E855CC}" destId="{16E42BD6-79E6-43A5-B935-8BEA300045AD}" srcOrd="0" destOrd="0" parTransId="{F62C7255-C157-4F73-AEF9-EEBBD965DEB8}" sibTransId="{4BBD780A-3EA2-4432-9228-9B46386B24E8}"/>
    <dgm:cxn modelId="{13D742FA-CF2D-4245-8126-76EC012E8B67}" type="presOf" srcId="{41DD3B50-0AC2-482A-84AE-DEDCBCA7A7A6}" destId="{81ACB244-B7CE-4F86-A294-852C4419C637}" srcOrd="0" destOrd="0" presId="urn:microsoft.com/office/officeart/2008/layout/AlternatingHexagons"/>
    <dgm:cxn modelId="{88478A2B-941A-48D4-90CF-5335B062C7F1}" type="presParOf" srcId="{760CF683-71AD-4B6F-BE20-150929EDDEC8}" destId="{2C2369EA-ABD8-443A-B694-118842E122EA}" srcOrd="0" destOrd="0" presId="urn:microsoft.com/office/officeart/2008/layout/AlternatingHexagons"/>
    <dgm:cxn modelId="{AE21C549-4F28-426B-AD25-9B7209C78536}" type="presParOf" srcId="{2C2369EA-ABD8-443A-B694-118842E122EA}" destId="{32969513-3CCB-4D27-A50B-592896F102B3}" srcOrd="0" destOrd="0" presId="urn:microsoft.com/office/officeart/2008/layout/AlternatingHexagons"/>
    <dgm:cxn modelId="{A0FCAC9E-5FE3-4B91-B482-7FFFD5011BEB}" type="presParOf" srcId="{2C2369EA-ABD8-443A-B694-118842E122EA}" destId="{4FCFA0C3-0113-41C0-BBB6-2871322F3243}" srcOrd="1" destOrd="0" presId="urn:microsoft.com/office/officeart/2008/layout/AlternatingHexagons"/>
    <dgm:cxn modelId="{2A0B79CE-E99E-4883-AAA2-DA7C9E0DEA0B}" type="presParOf" srcId="{2C2369EA-ABD8-443A-B694-118842E122EA}" destId="{8D17DCB1-E240-4BB1-B60C-0767B1ADB501}" srcOrd="2" destOrd="0" presId="urn:microsoft.com/office/officeart/2008/layout/AlternatingHexagons"/>
    <dgm:cxn modelId="{A4E2A463-75AA-4FC6-BABC-5983337B6BA7}" type="presParOf" srcId="{2C2369EA-ABD8-443A-B694-118842E122EA}" destId="{ECC85E72-F2D0-415A-B2B5-0C86B904085D}" srcOrd="3" destOrd="0" presId="urn:microsoft.com/office/officeart/2008/layout/AlternatingHexagons"/>
    <dgm:cxn modelId="{56FCF68C-DDB9-49AC-8E9E-E6AB349033D5}" type="presParOf" srcId="{2C2369EA-ABD8-443A-B694-118842E122EA}" destId="{ED2C2974-6696-4B7C-B699-37A74B743B0D}" srcOrd="4" destOrd="0" presId="urn:microsoft.com/office/officeart/2008/layout/AlternatingHexagons"/>
    <dgm:cxn modelId="{947B00E3-5544-4F1A-A678-9A7758ADD122}" type="presParOf" srcId="{760CF683-71AD-4B6F-BE20-150929EDDEC8}" destId="{B064890B-C7D0-412F-A726-EA8E6D776D49}" srcOrd="1" destOrd="0" presId="urn:microsoft.com/office/officeart/2008/layout/AlternatingHexagons"/>
    <dgm:cxn modelId="{1B33D927-B015-434D-8E1C-21176D4065FF}" type="presParOf" srcId="{760CF683-71AD-4B6F-BE20-150929EDDEC8}" destId="{FD1428E5-201E-468E-A28E-DF7F1F3562B9}" srcOrd="2" destOrd="0" presId="urn:microsoft.com/office/officeart/2008/layout/AlternatingHexagons"/>
    <dgm:cxn modelId="{CDEDCE4D-AA15-4F72-A3F7-A77EC2F4C666}" type="presParOf" srcId="{FD1428E5-201E-468E-A28E-DF7F1F3562B9}" destId="{CBC1C5F4-7B6D-4884-A12F-B8D61A2EFA79}" srcOrd="0" destOrd="0" presId="urn:microsoft.com/office/officeart/2008/layout/AlternatingHexagons"/>
    <dgm:cxn modelId="{188BE48A-FCA8-4A31-8B40-9466D482CBB3}" type="presParOf" srcId="{FD1428E5-201E-468E-A28E-DF7F1F3562B9}" destId="{E2B37F4E-3039-4402-B5AE-BA80323ABF4A}" srcOrd="1" destOrd="0" presId="urn:microsoft.com/office/officeart/2008/layout/AlternatingHexagons"/>
    <dgm:cxn modelId="{AD41416C-0AE5-411D-9DE2-9255409CEBFF}" type="presParOf" srcId="{FD1428E5-201E-468E-A28E-DF7F1F3562B9}" destId="{73476F93-9D40-4202-A315-E2D96C400437}" srcOrd="2" destOrd="0" presId="urn:microsoft.com/office/officeart/2008/layout/AlternatingHexagons"/>
    <dgm:cxn modelId="{1164B174-379B-4AB4-89CF-0CC7EB5BEC44}" type="presParOf" srcId="{FD1428E5-201E-468E-A28E-DF7F1F3562B9}" destId="{F0C9494D-C6EF-446C-A8A0-D0725F30D08B}" srcOrd="3" destOrd="0" presId="urn:microsoft.com/office/officeart/2008/layout/AlternatingHexagons"/>
    <dgm:cxn modelId="{A6E1FA76-BCC3-48D0-A662-B9380371AAB7}" type="presParOf" srcId="{FD1428E5-201E-468E-A28E-DF7F1F3562B9}" destId="{75CC9C9A-9450-4182-BFF0-BC0C9C61F46E}" srcOrd="4" destOrd="0" presId="urn:microsoft.com/office/officeart/2008/layout/AlternatingHexagons"/>
    <dgm:cxn modelId="{AA6508F5-074E-4926-B5EF-15A3CC1C8811}" type="presParOf" srcId="{760CF683-71AD-4B6F-BE20-150929EDDEC8}" destId="{1CE117E2-97C6-4F45-89A4-DB50DB96226D}" srcOrd="3" destOrd="0" presId="urn:microsoft.com/office/officeart/2008/layout/AlternatingHexagons"/>
    <dgm:cxn modelId="{2E7ECF61-9B03-488D-A839-0C493B6B4F2D}" type="presParOf" srcId="{760CF683-71AD-4B6F-BE20-150929EDDEC8}" destId="{6E3C7465-5866-4EB6-A414-F2819A77657D}" srcOrd="4" destOrd="0" presId="urn:microsoft.com/office/officeart/2008/layout/AlternatingHexagons"/>
    <dgm:cxn modelId="{C89DAECE-5EF5-43BF-9CBA-D6B475C9B644}" type="presParOf" srcId="{6E3C7465-5866-4EB6-A414-F2819A77657D}" destId="{81ACB244-B7CE-4F86-A294-852C4419C637}" srcOrd="0" destOrd="0" presId="urn:microsoft.com/office/officeart/2008/layout/AlternatingHexagons"/>
    <dgm:cxn modelId="{9579789F-7F05-4883-9BBA-7E8B954401BE}" type="presParOf" srcId="{6E3C7465-5866-4EB6-A414-F2819A77657D}" destId="{572879F9-B55B-482C-AA9F-8501EC2D31A7}" srcOrd="1" destOrd="0" presId="urn:microsoft.com/office/officeart/2008/layout/AlternatingHexagons"/>
    <dgm:cxn modelId="{ED2A6E5E-C3EE-4901-A3EE-BAC15459A782}" type="presParOf" srcId="{6E3C7465-5866-4EB6-A414-F2819A77657D}" destId="{2AD8C138-21C4-491B-8799-95E89CB0CBEE}" srcOrd="2" destOrd="0" presId="urn:microsoft.com/office/officeart/2008/layout/AlternatingHexagons"/>
    <dgm:cxn modelId="{EA8AE275-55D9-4577-8D30-950B1AFB0D84}" type="presParOf" srcId="{6E3C7465-5866-4EB6-A414-F2819A77657D}" destId="{948CCCB1-D6D3-4868-B882-2814DA84484C}" srcOrd="3" destOrd="0" presId="urn:microsoft.com/office/officeart/2008/layout/AlternatingHexagons"/>
    <dgm:cxn modelId="{DB039D18-7367-467C-9F4C-55852E1D6097}" type="presParOf" srcId="{6E3C7465-5866-4EB6-A414-F2819A77657D}" destId="{A4C04137-B343-4671-98BD-34EE656E6D89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0A59DD-F182-4FC8-B65F-E19D066EC04D}" type="doc">
      <dgm:prSet loTypeId="urn:microsoft.com/office/officeart/2008/layout/AlternatingHexagons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37749AD3-20AD-47AE-95B7-D9ECC05DF1BD}">
      <dgm:prSet phldrT="[Text]" custT="1"/>
      <dgm:spPr/>
      <dgm:t>
        <a:bodyPr/>
        <a:lstStyle/>
        <a:p>
          <a:r>
            <a:rPr lang="en-US" sz="1200" b="0" dirty="0">
              <a:latin typeface="Arial Rounded MT Bold" panose="020F0704030504030204" pitchFamily="34" charset="0"/>
            </a:rPr>
            <a:t>Captures non-linear patterns effectively</a:t>
          </a:r>
          <a:endParaRPr lang="en-IN" sz="1200" b="0" dirty="0">
            <a:latin typeface="Arial Rounded MT Bold" panose="020F0704030504030204" pitchFamily="34" charset="0"/>
          </a:endParaRPr>
        </a:p>
      </dgm:t>
    </dgm:pt>
    <dgm:pt modelId="{61C8BC79-AF32-4F58-B1FF-643EB0652A57}" type="parTrans" cxnId="{BCCB6849-31FE-45F7-A9BC-5A70FD530BDE}">
      <dgm:prSet/>
      <dgm:spPr/>
      <dgm:t>
        <a:bodyPr/>
        <a:lstStyle/>
        <a:p>
          <a:endParaRPr lang="en-IN"/>
        </a:p>
      </dgm:t>
    </dgm:pt>
    <dgm:pt modelId="{026C3BC1-5149-4361-9383-52786DDA07C0}" type="sibTrans" cxnId="{BCCB6849-31FE-45F7-A9BC-5A70FD530BDE}">
      <dgm:prSet/>
      <dgm:spPr>
        <a:noFill/>
      </dgm:spPr>
      <dgm:t>
        <a:bodyPr/>
        <a:lstStyle/>
        <a:p>
          <a:endParaRPr lang="en-IN"/>
        </a:p>
      </dgm:t>
    </dgm:pt>
    <dgm:pt modelId="{74AF9268-7E3C-45D8-B361-6D066DF9EC2D}">
      <dgm:prSet phldrT="[Text]" custT="1"/>
      <dgm:spPr/>
      <dgm:t>
        <a:bodyPr/>
        <a:lstStyle/>
        <a:p>
          <a:r>
            <a:rPr lang="en-US" sz="1100" b="0" dirty="0">
              <a:latin typeface="Arial Rounded MT Bold" panose="020F0704030504030204" pitchFamily="34" charset="0"/>
            </a:rPr>
            <a:t>Very high classification accuracy</a:t>
          </a:r>
          <a:endParaRPr lang="en-IN" sz="1100" b="0" dirty="0">
            <a:latin typeface="Arial Rounded MT Bold" panose="020F0704030504030204" pitchFamily="34" charset="0"/>
          </a:endParaRPr>
        </a:p>
      </dgm:t>
    </dgm:pt>
    <dgm:pt modelId="{D219D4FC-0527-486B-9A1D-82A70A9BF6C3}" type="parTrans" cxnId="{213E22BD-421A-4FC2-A959-733708D52F6B}">
      <dgm:prSet/>
      <dgm:spPr/>
      <dgm:t>
        <a:bodyPr/>
        <a:lstStyle/>
        <a:p>
          <a:endParaRPr lang="en-IN"/>
        </a:p>
      </dgm:t>
    </dgm:pt>
    <dgm:pt modelId="{831F174A-B7B4-4690-8126-A8BF9FE72AA9}" type="sibTrans" cxnId="{213E22BD-421A-4FC2-A959-733708D52F6B}">
      <dgm:prSet custT="1"/>
      <dgm:spPr/>
      <dgm:t>
        <a:bodyPr/>
        <a:lstStyle/>
        <a:p>
          <a:r>
            <a:rPr lang="en-US" sz="1200" b="0" dirty="0">
              <a:latin typeface="Arial Rounded MT Bold" panose="020F0704030504030204" pitchFamily="34" charset="0"/>
            </a:rPr>
            <a:t>Strong precision and recall across genres</a:t>
          </a:r>
          <a:endParaRPr lang="en-IN" sz="1200" b="0" dirty="0">
            <a:latin typeface="Arial Rounded MT Bold" panose="020F0704030504030204" pitchFamily="34" charset="0"/>
          </a:endParaRPr>
        </a:p>
      </dgm:t>
    </dgm:pt>
    <dgm:pt modelId="{7D6FF385-C73D-470A-9A9C-774799D7FDC1}">
      <dgm:prSet phldrT="[Text]" custT="1"/>
      <dgm:spPr/>
      <dgm:t>
        <a:bodyPr/>
        <a:lstStyle/>
        <a:p>
          <a:r>
            <a:rPr lang="en-US" sz="1200" b="0" dirty="0">
              <a:latin typeface="Arial Rounded MT Bold" panose="020F0704030504030204" pitchFamily="34" charset="0"/>
            </a:rPr>
            <a:t>Strong ability to generalize to new audio samples</a:t>
          </a:r>
          <a:endParaRPr lang="en-IN" sz="1200" b="0" dirty="0">
            <a:latin typeface="Arial Rounded MT Bold" panose="020F0704030504030204" pitchFamily="34" charset="0"/>
          </a:endParaRPr>
        </a:p>
      </dgm:t>
    </dgm:pt>
    <dgm:pt modelId="{1A7A7CAF-223E-42FC-9D56-737EB8683FD3}" type="parTrans" cxnId="{C58B0601-BEBE-4833-B441-B037FFC30454}">
      <dgm:prSet/>
      <dgm:spPr/>
      <dgm:t>
        <a:bodyPr/>
        <a:lstStyle/>
        <a:p>
          <a:endParaRPr lang="en-IN"/>
        </a:p>
      </dgm:t>
    </dgm:pt>
    <dgm:pt modelId="{5C252598-C66D-4AA5-9844-E900CB16382B}" type="sibTrans" cxnId="{C58B0601-BEBE-4833-B441-B037FFC30454}">
      <dgm:prSet custT="1"/>
      <dgm:spPr/>
      <dgm:t>
        <a:bodyPr/>
        <a:lstStyle/>
        <a:p>
          <a:r>
            <a:rPr lang="en-US" sz="1200" dirty="0">
              <a:latin typeface="Arial Rounded MT Bold" panose="020F0704030504030204" pitchFamily="34" charset="0"/>
            </a:rPr>
            <a:t>Feature scaling essential for performance</a:t>
          </a:r>
          <a:endParaRPr lang="en-IN" sz="1200" dirty="0">
            <a:latin typeface="Arial Rounded MT Bold" panose="020F0704030504030204" pitchFamily="34" charset="0"/>
          </a:endParaRPr>
        </a:p>
      </dgm:t>
    </dgm:pt>
    <dgm:pt modelId="{51F23876-8CB9-4E45-A464-A8D9371D2E29}" type="pres">
      <dgm:prSet presAssocID="{210A59DD-F182-4FC8-B65F-E19D066EC04D}" presName="Name0" presStyleCnt="0">
        <dgm:presLayoutVars>
          <dgm:chMax/>
          <dgm:chPref/>
          <dgm:dir/>
          <dgm:animLvl val="lvl"/>
        </dgm:presLayoutVars>
      </dgm:prSet>
      <dgm:spPr/>
    </dgm:pt>
    <dgm:pt modelId="{B264D678-05AA-4626-A3F7-B6A2B10A2A0A}" type="pres">
      <dgm:prSet presAssocID="{37749AD3-20AD-47AE-95B7-D9ECC05DF1BD}" presName="composite" presStyleCnt="0"/>
      <dgm:spPr/>
    </dgm:pt>
    <dgm:pt modelId="{30438412-47CD-48FA-8005-E5A0FA17B73A}" type="pres">
      <dgm:prSet presAssocID="{37749AD3-20AD-47AE-95B7-D9ECC05DF1BD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CFEAFDA6-D4CE-4771-8F68-2D64301E9911}" type="pres">
      <dgm:prSet presAssocID="{37749AD3-20AD-47AE-95B7-D9ECC05DF1BD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E710084A-11C3-4245-BEB7-D28D998C6524}" type="pres">
      <dgm:prSet presAssocID="{37749AD3-20AD-47AE-95B7-D9ECC05DF1BD}" presName="BalanceSpacing" presStyleCnt="0"/>
      <dgm:spPr/>
    </dgm:pt>
    <dgm:pt modelId="{DA6E4993-D0CE-4D20-863D-2BE39F19B50B}" type="pres">
      <dgm:prSet presAssocID="{37749AD3-20AD-47AE-95B7-D9ECC05DF1BD}" presName="BalanceSpacing1" presStyleCnt="0"/>
      <dgm:spPr/>
    </dgm:pt>
    <dgm:pt modelId="{1B6FCEA5-6A8B-4FA5-9815-26067F1C0406}" type="pres">
      <dgm:prSet presAssocID="{026C3BC1-5149-4361-9383-52786DDA07C0}" presName="Accent1Text" presStyleLbl="node1" presStyleIdx="1" presStyleCnt="6"/>
      <dgm:spPr/>
    </dgm:pt>
    <dgm:pt modelId="{1322C0DB-1344-4350-905B-487406B5CFFC}" type="pres">
      <dgm:prSet presAssocID="{026C3BC1-5149-4361-9383-52786DDA07C0}" presName="spaceBetweenRectangles" presStyleCnt="0"/>
      <dgm:spPr/>
    </dgm:pt>
    <dgm:pt modelId="{B6B341C3-2B7E-40D1-B211-70AAA31DAD7C}" type="pres">
      <dgm:prSet presAssocID="{74AF9268-7E3C-45D8-B361-6D066DF9EC2D}" presName="composite" presStyleCnt="0"/>
      <dgm:spPr/>
    </dgm:pt>
    <dgm:pt modelId="{282382F4-2E55-4CE6-A3AA-4C89F6D5BAC1}" type="pres">
      <dgm:prSet presAssocID="{74AF9268-7E3C-45D8-B361-6D066DF9EC2D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B63A915E-76B5-4E94-8507-A35E8AEA553E}" type="pres">
      <dgm:prSet presAssocID="{74AF9268-7E3C-45D8-B361-6D066DF9EC2D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9C761F49-F7A2-4499-A960-83AD2D0B6A40}" type="pres">
      <dgm:prSet presAssocID="{74AF9268-7E3C-45D8-B361-6D066DF9EC2D}" presName="BalanceSpacing" presStyleCnt="0"/>
      <dgm:spPr/>
    </dgm:pt>
    <dgm:pt modelId="{52AE6CE4-6BFA-4610-8087-B1F67D0478DC}" type="pres">
      <dgm:prSet presAssocID="{74AF9268-7E3C-45D8-B361-6D066DF9EC2D}" presName="BalanceSpacing1" presStyleCnt="0"/>
      <dgm:spPr/>
    </dgm:pt>
    <dgm:pt modelId="{B0F72D2C-89D6-4108-9764-940C98A1346A}" type="pres">
      <dgm:prSet presAssocID="{831F174A-B7B4-4690-8126-A8BF9FE72AA9}" presName="Accent1Text" presStyleLbl="node1" presStyleIdx="3" presStyleCnt="6"/>
      <dgm:spPr/>
    </dgm:pt>
    <dgm:pt modelId="{66890EFA-7E68-4B14-84E2-FECC394715C8}" type="pres">
      <dgm:prSet presAssocID="{831F174A-B7B4-4690-8126-A8BF9FE72AA9}" presName="spaceBetweenRectangles" presStyleCnt="0"/>
      <dgm:spPr/>
    </dgm:pt>
    <dgm:pt modelId="{9E9FD99D-C4E3-4959-A009-263CBC2FB268}" type="pres">
      <dgm:prSet presAssocID="{7D6FF385-C73D-470A-9A9C-774799D7FDC1}" presName="composite" presStyleCnt="0"/>
      <dgm:spPr/>
    </dgm:pt>
    <dgm:pt modelId="{A5973E27-A138-4631-8BC4-758B4260010D}" type="pres">
      <dgm:prSet presAssocID="{7D6FF385-C73D-470A-9A9C-774799D7FDC1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8181F258-3F64-4453-B5A6-EB81EAA4B550}" type="pres">
      <dgm:prSet presAssocID="{7D6FF385-C73D-470A-9A9C-774799D7FDC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03A5A2C-13E4-4C72-9CD7-D39B67BADEC0}" type="pres">
      <dgm:prSet presAssocID="{7D6FF385-C73D-470A-9A9C-774799D7FDC1}" presName="BalanceSpacing" presStyleCnt="0"/>
      <dgm:spPr/>
    </dgm:pt>
    <dgm:pt modelId="{C55DBED0-EBEC-4AB3-8DA5-EF81BFEC97A7}" type="pres">
      <dgm:prSet presAssocID="{7D6FF385-C73D-470A-9A9C-774799D7FDC1}" presName="BalanceSpacing1" presStyleCnt="0"/>
      <dgm:spPr/>
    </dgm:pt>
    <dgm:pt modelId="{78F29543-6E97-4F26-AFE2-BC234090EDFB}" type="pres">
      <dgm:prSet presAssocID="{5C252598-C66D-4AA5-9844-E900CB16382B}" presName="Accent1Text" presStyleLbl="node1" presStyleIdx="5" presStyleCnt="6"/>
      <dgm:spPr/>
    </dgm:pt>
  </dgm:ptLst>
  <dgm:cxnLst>
    <dgm:cxn modelId="{C58B0601-BEBE-4833-B441-B037FFC30454}" srcId="{210A59DD-F182-4FC8-B65F-E19D066EC04D}" destId="{7D6FF385-C73D-470A-9A9C-774799D7FDC1}" srcOrd="2" destOrd="0" parTransId="{1A7A7CAF-223E-42FC-9D56-737EB8683FD3}" sibTransId="{5C252598-C66D-4AA5-9844-E900CB16382B}"/>
    <dgm:cxn modelId="{8149B629-C653-48FD-A0A4-28BA79311F34}" type="presOf" srcId="{026C3BC1-5149-4361-9383-52786DDA07C0}" destId="{1B6FCEA5-6A8B-4FA5-9815-26067F1C0406}" srcOrd="0" destOrd="0" presId="urn:microsoft.com/office/officeart/2008/layout/AlternatingHexagons"/>
    <dgm:cxn modelId="{85E84362-4CFB-4AA1-9E56-612CB5B3E7A4}" type="presOf" srcId="{5C252598-C66D-4AA5-9844-E900CB16382B}" destId="{78F29543-6E97-4F26-AFE2-BC234090EDFB}" srcOrd="0" destOrd="0" presId="urn:microsoft.com/office/officeart/2008/layout/AlternatingHexagons"/>
    <dgm:cxn modelId="{BCCB6849-31FE-45F7-A9BC-5A70FD530BDE}" srcId="{210A59DD-F182-4FC8-B65F-E19D066EC04D}" destId="{37749AD3-20AD-47AE-95B7-D9ECC05DF1BD}" srcOrd="0" destOrd="0" parTransId="{61C8BC79-AF32-4F58-B1FF-643EB0652A57}" sibTransId="{026C3BC1-5149-4361-9383-52786DDA07C0}"/>
    <dgm:cxn modelId="{5E73355A-E0C2-498A-974F-DD62E86CA883}" type="presOf" srcId="{210A59DD-F182-4FC8-B65F-E19D066EC04D}" destId="{51F23876-8CB9-4E45-A464-A8D9371D2E29}" srcOrd="0" destOrd="0" presId="urn:microsoft.com/office/officeart/2008/layout/AlternatingHexagons"/>
    <dgm:cxn modelId="{982B8692-042E-48A5-9F6D-119B8CE8268A}" type="presOf" srcId="{831F174A-B7B4-4690-8126-A8BF9FE72AA9}" destId="{B0F72D2C-89D6-4108-9764-940C98A1346A}" srcOrd="0" destOrd="0" presId="urn:microsoft.com/office/officeart/2008/layout/AlternatingHexagons"/>
    <dgm:cxn modelId="{D1226D9C-09FF-4F1B-B166-8B5B57E876DA}" type="presOf" srcId="{37749AD3-20AD-47AE-95B7-D9ECC05DF1BD}" destId="{30438412-47CD-48FA-8005-E5A0FA17B73A}" srcOrd="0" destOrd="0" presId="urn:microsoft.com/office/officeart/2008/layout/AlternatingHexagons"/>
    <dgm:cxn modelId="{88DCEAAB-BA6E-4421-B334-08B961DB7CCF}" type="presOf" srcId="{7D6FF385-C73D-470A-9A9C-774799D7FDC1}" destId="{A5973E27-A138-4631-8BC4-758B4260010D}" srcOrd="0" destOrd="0" presId="urn:microsoft.com/office/officeart/2008/layout/AlternatingHexagons"/>
    <dgm:cxn modelId="{213E22BD-421A-4FC2-A959-733708D52F6B}" srcId="{210A59DD-F182-4FC8-B65F-E19D066EC04D}" destId="{74AF9268-7E3C-45D8-B361-6D066DF9EC2D}" srcOrd="1" destOrd="0" parTransId="{D219D4FC-0527-486B-9A1D-82A70A9BF6C3}" sibTransId="{831F174A-B7B4-4690-8126-A8BF9FE72AA9}"/>
    <dgm:cxn modelId="{30E30BF8-AC5D-478B-AAB6-295D57E3360D}" type="presOf" srcId="{74AF9268-7E3C-45D8-B361-6D066DF9EC2D}" destId="{282382F4-2E55-4CE6-A3AA-4C89F6D5BAC1}" srcOrd="0" destOrd="0" presId="urn:microsoft.com/office/officeart/2008/layout/AlternatingHexagons"/>
    <dgm:cxn modelId="{ADF73DF1-699F-4753-830A-E9E8979AD024}" type="presParOf" srcId="{51F23876-8CB9-4E45-A464-A8D9371D2E29}" destId="{B264D678-05AA-4626-A3F7-B6A2B10A2A0A}" srcOrd="0" destOrd="0" presId="urn:microsoft.com/office/officeart/2008/layout/AlternatingHexagons"/>
    <dgm:cxn modelId="{A9567DF6-C36C-4F18-9225-2AC8587F82EE}" type="presParOf" srcId="{B264D678-05AA-4626-A3F7-B6A2B10A2A0A}" destId="{30438412-47CD-48FA-8005-E5A0FA17B73A}" srcOrd="0" destOrd="0" presId="urn:microsoft.com/office/officeart/2008/layout/AlternatingHexagons"/>
    <dgm:cxn modelId="{15929676-009F-47DC-A25C-C504FEADD55B}" type="presParOf" srcId="{B264D678-05AA-4626-A3F7-B6A2B10A2A0A}" destId="{CFEAFDA6-D4CE-4771-8F68-2D64301E9911}" srcOrd="1" destOrd="0" presId="urn:microsoft.com/office/officeart/2008/layout/AlternatingHexagons"/>
    <dgm:cxn modelId="{FE059228-720A-42F2-A0F0-1B796F87B402}" type="presParOf" srcId="{B264D678-05AA-4626-A3F7-B6A2B10A2A0A}" destId="{E710084A-11C3-4245-BEB7-D28D998C6524}" srcOrd="2" destOrd="0" presId="urn:microsoft.com/office/officeart/2008/layout/AlternatingHexagons"/>
    <dgm:cxn modelId="{1FF1D773-C873-4535-86D8-D7EA0EC28D1A}" type="presParOf" srcId="{B264D678-05AA-4626-A3F7-B6A2B10A2A0A}" destId="{DA6E4993-D0CE-4D20-863D-2BE39F19B50B}" srcOrd="3" destOrd="0" presId="urn:microsoft.com/office/officeart/2008/layout/AlternatingHexagons"/>
    <dgm:cxn modelId="{58192DE0-5B6D-4F27-A4C7-653D9AC35DEA}" type="presParOf" srcId="{B264D678-05AA-4626-A3F7-B6A2B10A2A0A}" destId="{1B6FCEA5-6A8B-4FA5-9815-26067F1C0406}" srcOrd="4" destOrd="0" presId="urn:microsoft.com/office/officeart/2008/layout/AlternatingHexagons"/>
    <dgm:cxn modelId="{BA30639D-0976-479E-A480-E497C90E29D9}" type="presParOf" srcId="{51F23876-8CB9-4E45-A464-A8D9371D2E29}" destId="{1322C0DB-1344-4350-905B-487406B5CFFC}" srcOrd="1" destOrd="0" presId="urn:microsoft.com/office/officeart/2008/layout/AlternatingHexagons"/>
    <dgm:cxn modelId="{4366547D-207E-4814-A6B3-DD9E09191787}" type="presParOf" srcId="{51F23876-8CB9-4E45-A464-A8D9371D2E29}" destId="{B6B341C3-2B7E-40D1-B211-70AAA31DAD7C}" srcOrd="2" destOrd="0" presId="urn:microsoft.com/office/officeart/2008/layout/AlternatingHexagons"/>
    <dgm:cxn modelId="{E688D5E7-8D89-4F10-9D89-24A6E2D2A827}" type="presParOf" srcId="{B6B341C3-2B7E-40D1-B211-70AAA31DAD7C}" destId="{282382F4-2E55-4CE6-A3AA-4C89F6D5BAC1}" srcOrd="0" destOrd="0" presId="urn:microsoft.com/office/officeart/2008/layout/AlternatingHexagons"/>
    <dgm:cxn modelId="{C4EE0953-5147-404F-B477-55EDF67FD5C1}" type="presParOf" srcId="{B6B341C3-2B7E-40D1-B211-70AAA31DAD7C}" destId="{B63A915E-76B5-4E94-8507-A35E8AEA553E}" srcOrd="1" destOrd="0" presId="urn:microsoft.com/office/officeart/2008/layout/AlternatingHexagons"/>
    <dgm:cxn modelId="{F3FB40C4-918C-4B21-9253-C7BB0D801F5A}" type="presParOf" srcId="{B6B341C3-2B7E-40D1-B211-70AAA31DAD7C}" destId="{9C761F49-F7A2-4499-A960-83AD2D0B6A40}" srcOrd="2" destOrd="0" presId="urn:microsoft.com/office/officeart/2008/layout/AlternatingHexagons"/>
    <dgm:cxn modelId="{D3E54C93-AED7-4B88-9F9E-394DBE67DCDE}" type="presParOf" srcId="{B6B341C3-2B7E-40D1-B211-70AAA31DAD7C}" destId="{52AE6CE4-6BFA-4610-8087-B1F67D0478DC}" srcOrd="3" destOrd="0" presId="urn:microsoft.com/office/officeart/2008/layout/AlternatingHexagons"/>
    <dgm:cxn modelId="{11C3D7CD-1D66-4DCC-A16D-9DCBEF26E053}" type="presParOf" srcId="{B6B341C3-2B7E-40D1-B211-70AAA31DAD7C}" destId="{B0F72D2C-89D6-4108-9764-940C98A1346A}" srcOrd="4" destOrd="0" presId="urn:microsoft.com/office/officeart/2008/layout/AlternatingHexagons"/>
    <dgm:cxn modelId="{D718614B-BE17-4143-9190-2EED83395BD4}" type="presParOf" srcId="{51F23876-8CB9-4E45-A464-A8D9371D2E29}" destId="{66890EFA-7E68-4B14-84E2-FECC394715C8}" srcOrd="3" destOrd="0" presId="urn:microsoft.com/office/officeart/2008/layout/AlternatingHexagons"/>
    <dgm:cxn modelId="{C27D2CFA-7AEA-49C0-9AC6-DF97B72CFCF1}" type="presParOf" srcId="{51F23876-8CB9-4E45-A464-A8D9371D2E29}" destId="{9E9FD99D-C4E3-4959-A009-263CBC2FB268}" srcOrd="4" destOrd="0" presId="urn:microsoft.com/office/officeart/2008/layout/AlternatingHexagons"/>
    <dgm:cxn modelId="{CF77CA4A-E7B5-420E-A74C-3988A75A10BA}" type="presParOf" srcId="{9E9FD99D-C4E3-4959-A009-263CBC2FB268}" destId="{A5973E27-A138-4631-8BC4-758B4260010D}" srcOrd="0" destOrd="0" presId="urn:microsoft.com/office/officeart/2008/layout/AlternatingHexagons"/>
    <dgm:cxn modelId="{90AA809C-8944-4AF1-B05C-E99330C10744}" type="presParOf" srcId="{9E9FD99D-C4E3-4959-A009-263CBC2FB268}" destId="{8181F258-3F64-4453-B5A6-EB81EAA4B550}" srcOrd="1" destOrd="0" presId="urn:microsoft.com/office/officeart/2008/layout/AlternatingHexagons"/>
    <dgm:cxn modelId="{92FF5911-B595-452D-91F6-9037024B65B7}" type="presParOf" srcId="{9E9FD99D-C4E3-4959-A009-263CBC2FB268}" destId="{B03A5A2C-13E4-4C72-9CD7-D39B67BADEC0}" srcOrd="2" destOrd="0" presId="urn:microsoft.com/office/officeart/2008/layout/AlternatingHexagons"/>
    <dgm:cxn modelId="{B260532A-8E3C-4DD5-A774-1707F6A4F7E6}" type="presParOf" srcId="{9E9FD99D-C4E3-4959-A009-263CBC2FB268}" destId="{C55DBED0-EBEC-4AB3-8DA5-EF81BFEC97A7}" srcOrd="3" destOrd="0" presId="urn:microsoft.com/office/officeart/2008/layout/AlternatingHexagons"/>
    <dgm:cxn modelId="{3ED07355-EE5C-4D88-94CA-7EF309476871}" type="presParOf" srcId="{9E9FD99D-C4E3-4959-A009-263CBC2FB268}" destId="{78F29543-6E97-4F26-AFE2-BC234090EDFB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BDFD126-36EC-47EA-B53B-0A30471DEFE5}" type="doc">
      <dgm:prSet loTypeId="urn:microsoft.com/office/officeart/2005/8/layout/default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5C0417EE-9D4E-4A86-A891-C540B97C55F9}">
      <dgm:prSet phldrT="[Text]" custT="1"/>
      <dgm:spPr/>
      <dgm:t>
        <a:bodyPr/>
        <a:lstStyle/>
        <a:p>
          <a:r>
            <a:rPr lang="en-IN" sz="2000" dirty="0">
              <a:latin typeface="Arial Rounded MT Bold" panose="020F0704030504030204" pitchFamily="34" charset="0"/>
            </a:rPr>
            <a:t>SVM performs </a:t>
          </a:r>
          <a:r>
            <a:rPr lang="en-IN" sz="2000">
              <a:latin typeface="Arial Rounded MT Bold" panose="020F0704030504030204" pitchFamily="34" charset="0"/>
            </a:rPr>
            <a:t>best → </a:t>
          </a:r>
          <a:r>
            <a:rPr lang="en-IN" sz="2000" dirty="0">
              <a:latin typeface="Arial Rounded MT Bold" panose="020F0704030504030204" pitchFamily="34" charset="0"/>
            </a:rPr>
            <a:t>highest accuracy &amp; strongest genre separation</a:t>
          </a:r>
        </a:p>
      </dgm:t>
    </dgm:pt>
    <dgm:pt modelId="{C44797E7-A776-4EF2-848E-F260BED4A1E8}" type="parTrans" cxnId="{743911FF-DBA9-4852-AFD6-6DB8955F3AD5}">
      <dgm:prSet/>
      <dgm:spPr/>
      <dgm:t>
        <a:bodyPr/>
        <a:lstStyle/>
        <a:p>
          <a:endParaRPr lang="en-IN"/>
        </a:p>
      </dgm:t>
    </dgm:pt>
    <dgm:pt modelId="{66357A6C-FAE6-4254-9430-365D055E6F4B}" type="sibTrans" cxnId="{743911FF-DBA9-4852-AFD6-6DB8955F3AD5}">
      <dgm:prSet/>
      <dgm:spPr/>
      <dgm:t>
        <a:bodyPr/>
        <a:lstStyle/>
        <a:p>
          <a:endParaRPr lang="en-IN"/>
        </a:p>
      </dgm:t>
    </dgm:pt>
    <dgm:pt modelId="{257460E5-05B9-4F90-AF39-9B6592BC3E98}">
      <dgm:prSet custT="1"/>
      <dgm:spPr/>
      <dgm:t>
        <a:bodyPr/>
        <a:lstStyle/>
        <a:p>
          <a:r>
            <a:rPr lang="en-IN" sz="2000" dirty="0">
              <a:latin typeface="Arial Rounded MT Bold" panose="020F0704030504030204" pitchFamily="34" charset="0"/>
            </a:rPr>
            <a:t>CART is moderate → works but limited by overlapping feature patterns</a:t>
          </a:r>
        </a:p>
      </dgm:t>
    </dgm:pt>
    <dgm:pt modelId="{74430281-2F11-47B6-B6FE-58A7C276CFB7}" type="parTrans" cxnId="{6CC2C3CC-7DEE-487A-B79B-A2D3EF4A1099}">
      <dgm:prSet/>
      <dgm:spPr/>
      <dgm:t>
        <a:bodyPr/>
        <a:lstStyle/>
        <a:p>
          <a:endParaRPr lang="en-IN"/>
        </a:p>
      </dgm:t>
    </dgm:pt>
    <dgm:pt modelId="{474E480B-A3F7-4D2C-A6A0-930112A9AE8E}" type="sibTrans" cxnId="{6CC2C3CC-7DEE-487A-B79B-A2D3EF4A1099}">
      <dgm:prSet/>
      <dgm:spPr/>
      <dgm:t>
        <a:bodyPr/>
        <a:lstStyle/>
        <a:p>
          <a:endParaRPr lang="en-IN"/>
        </a:p>
      </dgm:t>
    </dgm:pt>
    <dgm:pt modelId="{A717A070-8D1C-447D-8EC6-5E3CA35692ED}">
      <dgm:prSet custT="1"/>
      <dgm:spPr/>
      <dgm:t>
        <a:bodyPr/>
        <a:lstStyle/>
        <a:p>
          <a:r>
            <a:rPr lang="en-IN" sz="2000" dirty="0">
              <a:latin typeface="Arial Rounded MT Bold" panose="020F0704030504030204" pitchFamily="34" charset="0"/>
            </a:rPr>
            <a:t>K-Means struggles → unsupervised clustering insufficient with current features</a:t>
          </a:r>
        </a:p>
      </dgm:t>
    </dgm:pt>
    <dgm:pt modelId="{6A5C29DE-0FB8-4FC5-9DD6-9DA06478CDBE}" type="parTrans" cxnId="{3EC74847-E0CA-4695-B75F-EAB33AED9ACE}">
      <dgm:prSet/>
      <dgm:spPr/>
      <dgm:t>
        <a:bodyPr/>
        <a:lstStyle/>
        <a:p>
          <a:endParaRPr lang="en-IN"/>
        </a:p>
      </dgm:t>
    </dgm:pt>
    <dgm:pt modelId="{E8B84F8B-B040-4A2F-A597-8AB4B08A06DF}" type="sibTrans" cxnId="{3EC74847-E0CA-4695-B75F-EAB33AED9ACE}">
      <dgm:prSet/>
      <dgm:spPr/>
      <dgm:t>
        <a:bodyPr/>
        <a:lstStyle/>
        <a:p>
          <a:endParaRPr lang="en-IN"/>
        </a:p>
      </dgm:t>
    </dgm:pt>
    <dgm:pt modelId="{11943749-541B-4331-9B50-A7052BDBC2FB}" type="pres">
      <dgm:prSet presAssocID="{FBDFD126-36EC-47EA-B53B-0A30471DEFE5}" presName="diagram" presStyleCnt="0">
        <dgm:presLayoutVars>
          <dgm:dir/>
          <dgm:resizeHandles val="exact"/>
        </dgm:presLayoutVars>
      </dgm:prSet>
      <dgm:spPr/>
    </dgm:pt>
    <dgm:pt modelId="{55FB51F8-0C9F-4C74-ADD5-DB19066F29C6}" type="pres">
      <dgm:prSet presAssocID="{5C0417EE-9D4E-4A86-A891-C540B97C55F9}" presName="node" presStyleLbl="node1" presStyleIdx="0" presStyleCnt="3">
        <dgm:presLayoutVars>
          <dgm:bulletEnabled val="1"/>
        </dgm:presLayoutVars>
      </dgm:prSet>
      <dgm:spPr>
        <a:prstGeom prst="roundRect">
          <a:avLst/>
        </a:prstGeom>
      </dgm:spPr>
    </dgm:pt>
    <dgm:pt modelId="{BDCD47F8-FB08-48F4-9340-217F12AE67DC}" type="pres">
      <dgm:prSet presAssocID="{66357A6C-FAE6-4254-9430-365D055E6F4B}" presName="sibTrans" presStyleCnt="0"/>
      <dgm:spPr/>
    </dgm:pt>
    <dgm:pt modelId="{7484BFA8-4ADB-4F69-9019-85624E40C547}" type="pres">
      <dgm:prSet presAssocID="{257460E5-05B9-4F90-AF39-9B6592BC3E98}" presName="node" presStyleLbl="node1" presStyleIdx="1" presStyleCnt="3">
        <dgm:presLayoutVars>
          <dgm:bulletEnabled val="1"/>
        </dgm:presLayoutVars>
      </dgm:prSet>
      <dgm:spPr>
        <a:prstGeom prst="roundRect">
          <a:avLst/>
        </a:prstGeom>
      </dgm:spPr>
    </dgm:pt>
    <dgm:pt modelId="{5C463C6E-37BD-4553-8F55-C6783CBE3CF0}" type="pres">
      <dgm:prSet presAssocID="{474E480B-A3F7-4D2C-A6A0-930112A9AE8E}" presName="sibTrans" presStyleCnt="0"/>
      <dgm:spPr/>
    </dgm:pt>
    <dgm:pt modelId="{4CF37203-3BF1-4E41-A1DE-8D0B03FC2041}" type="pres">
      <dgm:prSet presAssocID="{A717A070-8D1C-447D-8EC6-5E3CA35692ED}" presName="node" presStyleLbl="node1" presStyleIdx="2" presStyleCnt="3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3EC74847-E0CA-4695-B75F-EAB33AED9ACE}" srcId="{FBDFD126-36EC-47EA-B53B-0A30471DEFE5}" destId="{A717A070-8D1C-447D-8EC6-5E3CA35692ED}" srcOrd="2" destOrd="0" parTransId="{6A5C29DE-0FB8-4FC5-9DD6-9DA06478CDBE}" sibTransId="{E8B84F8B-B040-4A2F-A597-8AB4B08A06DF}"/>
    <dgm:cxn modelId="{E892E355-B3F2-47EA-A287-62E9855A6E3D}" type="presOf" srcId="{5C0417EE-9D4E-4A86-A891-C540B97C55F9}" destId="{55FB51F8-0C9F-4C74-ADD5-DB19066F29C6}" srcOrd="0" destOrd="0" presId="urn:microsoft.com/office/officeart/2005/8/layout/default"/>
    <dgm:cxn modelId="{CA9B9094-CB50-4A06-934D-5169950300FB}" type="presOf" srcId="{FBDFD126-36EC-47EA-B53B-0A30471DEFE5}" destId="{11943749-541B-4331-9B50-A7052BDBC2FB}" srcOrd="0" destOrd="0" presId="urn:microsoft.com/office/officeart/2005/8/layout/default"/>
    <dgm:cxn modelId="{63D60296-10FF-4778-9BD8-E5F12BFB8FDE}" type="presOf" srcId="{257460E5-05B9-4F90-AF39-9B6592BC3E98}" destId="{7484BFA8-4ADB-4F69-9019-85624E40C547}" srcOrd="0" destOrd="0" presId="urn:microsoft.com/office/officeart/2005/8/layout/default"/>
    <dgm:cxn modelId="{6CC2C3CC-7DEE-487A-B79B-A2D3EF4A1099}" srcId="{FBDFD126-36EC-47EA-B53B-0A30471DEFE5}" destId="{257460E5-05B9-4F90-AF39-9B6592BC3E98}" srcOrd="1" destOrd="0" parTransId="{74430281-2F11-47B6-B6FE-58A7C276CFB7}" sibTransId="{474E480B-A3F7-4D2C-A6A0-930112A9AE8E}"/>
    <dgm:cxn modelId="{733BFFDA-4E24-49FD-9BCF-85B7A5FF731D}" type="presOf" srcId="{A717A070-8D1C-447D-8EC6-5E3CA35692ED}" destId="{4CF37203-3BF1-4E41-A1DE-8D0B03FC2041}" srcOrd="0" destOrd="0" presId="urn:microsoft.com/office/officeart/2005/8/layout/default"/>
    <dgm:cxn modelId="{743911FF-DBA9-4852-AFD6-6DB8955F3AD5}" srcId="{FBDFD126-36EC-47EA-B53B-0A30471DEFE5}" destId="{5C0417EE-9D4E-4A86-A891-C540B97C55F9}" srcOrd="0" destOrd="0" parTransId="{C44797E7-A776-4EF2-848E-F260BED4A1E8}" sibTransId="{66357A6C-FAE6-4254-9430-365D055E6F4B}"/>
    <dgm:cxn modelId="{EF00B97B-DD49-46D8-A049-C5D3797528CD}" type="presParOf" srcId="{11943749-541B-4331-9B50-A7052BDBC2FB}" destId="{55FB51F8-0C9F-4C74-ADD5-DB19066F29C6}" srcOrd="0" destOrd="0" presId="urn:microsoft.com/office/officeart/2005/8/layout/default"/>
    <dgm:cxn modelId="{B88AA806-68E6-4506-857A-E59A7D0816EE}" type="presParOf" srcId="{11943749-541B-4331-9B50-A7052BDBC2FB}" destId="{BDCD47F8-FB08-48F4-9340-217F12AE67DC}" srcOrd="1" destOrd="0" presId="urn:microsoft.com/office/officeart/2005/8/layout/default"/>
    <dgm:cxn modelId="{4C8EFA82-C128-4006-BA8F-16CE73B2B869}" type="presParOf" srcId="{11943749-541B-4331-9B50-A7052BDBC2FB}" destId="{7484BFA8-4ADB-4F69-9019-85624E40C547}" srcOrd="2" destOrd="0" presId="urn:microsoft.com/office/officeart/2005/8/layout/default"/>
    <dgm:cxn modelId="{92D63CFB-78C5-40DF-AB5E-C46846D02BB6}" type="presParOf" srcId="{11943749-541B-4331-9B50-A7052BDBC2FB}" destId="{5C463C6E-37BD-4553-8F55-C6783CBE3CF0}" srcOrd="3" destOrd="0" presId="urn:microsoft.com/office/officeart/2005/8/layout/default"/>
    <dgm:cxn modelId="{A19B6588-DFAF-45B4-A8BD-9FEE403BEE9D}" type="presParOf" srcId="{11943749-541B-4331-9B50-A7052BDBC2FB}" destId="{4CF37203-3BF1-4E41-A1DE-8D0B03FC204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39D2D-B3E4-45CD-B7C3-59B637AE92C9}">
      <dsp:nvSpPr>
        <dsp:cNvPr id="0" name=""/>
        <dsp:cNvSpPr/>
      </dsp:nvSpPr>
      <dsp:spPr>
        <a:xfrm>
          <a:off x="3009002" y="136389"/>
          <a:ext cx="4525329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Arial Rounded MT Bold" panose="020F0704030504030204" pitchFamily="34" charset="0"/>
            </a:rPr>
            <a:t>Collected 40 songs per genre from YouTube</a:t>
          </a:r>
        </a:p>
      </dsp:txBody>
      <dsp:txXfrm>
        <a:off x="3023943" y="151330"/>
        <a:ext cx="4495447" cy="480251"/>
      </dsp:txXfrm>
    </dsp:sp>
    <dsp:sp modelId="{5B19EB29-0EBB-40DA-AD0A-03E95E127BF7}">
      <dsp:nvSpPr>
        <dsp:cNvPr id="0" name=""/>
        <dsp:cNvSpPr/>
      </dsp:nvSpPr>
      <dsp:spPr>
        <a:xfrm rot="5422690">
          <a:off x="5159816" y="705892"/>
          <a:ext cx="218413" cy="172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217451" y="682923"/>
        <a:ext cx="103484" cy="166671"/>
      </dsp:txXfrm>
    </dsp:sp>
    <dsp:sp modelId="{9E6CAD73-FB6C-4B49-BC6F-7B7C21BE683B}">
      <dsp:nvSpPr>
        <dsp:cNvPr id="0" name=""/>
        <dsp:cNvSpPr/>
      </dsp:nvSpPr>
      <dsp:spPr>
        <a:xfrm>
          <a:off x="3009531" y="937734"/>
          <a:ext cx="4513693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45419"/>
                <a:satOff val="3915"/>
                <a:lumOff val="-10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45419"/>
                <a:satOff val="3915"/>
                <a:lumOff val="-10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45419"/>
                <a:satOff val="3915"/>
                <a:lumOff val="-10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 dirty="0">
              <a:latin typeface="Arial Rounded MT Bold" panose="020F0704030504030204" pitchFamily="34" charset="0"/>
            </a:rPr>
            <a:t>Downloaded audio using </a:t>
          </a:r>
          <a:r>
            <a:rPr lang="en-IN" sz="1400" b="0" i="0" kern="1200" dirty="0" err="1">
              <a:latin typeface="Arial Rounded MT Bold" panose="020F0704030504030204" pitchFamily="34" charset="0"/>
            </a:rPr>
            <a:t>yt-dlp</a:t>
          </a:r>
          <a:endParaRPr lang="en-IN" sz="1400" b="0" i="0" kern="1200" dirty="0">
            <a:latin typeface="Arial Rounded MT Bold" panose="020F0704030504030204" pitchFamily="34" charset="0"/>
          </a:endParaRPr>
        </a:p>
      </dsp:txBody>
      <dsp:txXfrm>
        <a:off x="3024472" y="952675"/>
        <a:ext cx="4483811" cy="480251"/>
      </dsp:txXfrm>
    </dsp:sp>
    <dsp:sp modelId="{83C1777A-A2CB-4C48-B7FA-37898ACCA82F}">
      <dsp:nvSpPr>
        <dsp:cNvPr id="0" name=""/>
        <dsp:cNvSpPr/>
      </dsp:nvSpPr>
      <dsp:spPr>
        <a:xfrm rot="5379614">
          <a:off x="5161445" y="1504688"/>
          <a:ext cx="214587" cy="172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166193"/>
                <a:satOff val="4475"/>
                <a:lumOff val="-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66193"/>
                <a:satOff val="4475"/>
                <a:lumOff val="-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66193"/>
                <a:satOff val="4475"/>
                <a:lumOff val="-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5216843" y="1483631"/>
        <a:ext cx="103484" cy="162845"/>
      </dsp:txXfrm>
    </dsp:sp>
    <dsp:sp modelId="{076E730B-283E-4C70-9FA8-955A9C7AC5D5}">
      <dsp:nvSpPr>
        <dsp:cNvPr id="0" name=""/>
        <dsp:cNvSpPr/>
      </dsp:nvSpPr>
      <dsp:spPr>
        <a:xfrm>
          <a:off x="3009056" y="1733980"/>
          <a:ext cx="4524087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90838"/>
                <a:satOff val="7831"/>
                <a:lumOff val="-20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290838"/>
                <a:satOff val="7831"/>
                <a:lumOff val="-20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290838"/>
                <a:satOff val="7831"/>
                <a:lumOff val="-20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Arial Rounded MT Bold" panose="020F0704030504030204" pitchFamily="34" charset="0"/>
            </a:rPr>
            <a:t>Converted to mono &amp; resampled to 44.1 kHz</a:t>
          </a:r>
        </a:p>
      </dsp:txBody>
      <dsp:txXfrm>
        <a:off x="3023997" y="1748921"/>
        <a:ext cx="4494205" cy="480251"/>
      </dsp:txXfrm>
    </dsp:sp>
    <dsp:sp modelId="{064B8BD3-3164-4BFB-B020-9831CCA48BAA}">
      <dsp:nvSpPr>
        <dsp:cNvPr id="0" name=""/>
        <dsp:cNvSpPr/>
      </dsp:nvSpPr>
      <dsp:spPr>
        <a:xfrm rot="5458003">
          <a:off x="5140141" y="2323012"/>
          <a:ext cx="247736" cy="172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332386"/>
                <a:satOff val="8949"/>
                <a:lumOff val="-22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332386"/>
                <a:satOff val="8949"/>
                <a:lumOff val="-22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332386"/>
                <a:satOff val="8949"/>
                <a:lumOff val="-22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-5400000">
        <a:off x="5212703" y="2285384"/>
        <a:ext cx="103484" cy="195994"/>
      </dsp:txXfrm>
    </dsp:sp>
    <dsp:sp modelId="{D0A66E15-DDE8-4E4C-A4C1-0A597A4A254E}">
      <dsp:nvSpPr>
        <dsp:cNvPr id="0" name=""/>
        <dsp:cNvSpPr/>
      </dsp:nvSpPr>
      <dsp:spPr>
        <a:xfrm>
          <a:off x="3010474" y="2574383"/>
          <a:ext cx="4492889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36257"/>
                <a:satOff val="11746"/>
                <a:lumOff val="-30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436257"/>
                <a:satOff val="11746"/>
                <a:lumOff val="-30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436257"/>
                <a:satOff val="11746"/>
                <a:lumOff val="-30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Arial Rounded MT Bold" panose="020F0704030504030204" pitchFamily="34" charset="0"/>
            </a:rPr>
            <a:t>Converted MP3 files to WAV format</a:t>
          </a:r>
        </a:p>
      </dsp:txBody>
      <dsp:txXfrm>
        <a:off x="3025415" y="2589324"/>
        <a:ext cx="4463007" cy="480251"/>
      </dsp:txXfrm>
    </dsp:sp>
    <dsp:sp modelId="{E8FEF3F3-D83C-44D0-8C81-2BBFB016ADC5}">
      <dsp:nvSpPr>
        <dsp:cNvPr id="0" name=""/>
        <dsp:cNvSpPr/>
      </dsp:nvSpPr>
      <dsp:spPr>
        <a:xfrm rot="5359905">
          <a:off x="5148822" y="3148705"/>
          <a:ext cx="225651" cy="172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98580"/>
                <a:satOff val="13424"/>
                <a:lumOff val="-34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498580"/>
                <a:satOff val="13424"/>
                <a:lumOff val="-34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498580"/>
                <a:satOff val="13424"/>
                <a:lumOff val="-34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-5400000">
        <a:off x="5209603" y="3122118"/>
        <a:ext cx="103484" cy="173909"/>
      </dsp:txXfrm>
    </dsp:sp>
    <dsp:sp modelId="{57DBE901-020C-4A4A-AC0C-79EF93BD3F16}">
      <dsp:nvSpPr>
        <dsp:cNvPr id="0" name=""/>
        <dsp:cNvSpPr/>
      </dsp:nvSpPr>
      <dsp:spPr>
        <a:xfrm>
          <a:off x="3014721" y="3385365"/>
          <a:ext cx="4503314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581676"/>
                <a:satOff val="15662"/>
                <a:lumOff val="-40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581676"/>
                <a:satOff val="15662"/>
                <a:lumOff val="-40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581676"/>
                <a:satOff val="15662"/>
                <a:lumOff val="-40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Arial Rounded MT Bold" panose="020F0704030504030204" pitchFamily="34" charset="0"/>
            </a:rPr>
            <a:t>Trimmed all audio to 30 seconds</a:t>
          </a:r>
        </a:p>
      </dsp:txBody>
      <dsp:txXfrm>
        <a:off x="3029662" y="3400306"/>
        <a:ext cx="4473432" cy="480251"/>
      </dsp:txXfrm>
    </dsp:sp>
    <dsp:sp modelId="{302DC62D-6903-4BA2-9324-74A764926265}">
      <dsp:nvSpPr>
        <dsp:cNvPr id="0" name=""/>
        <dsp:cNvSpPr/>
      </dsp:nvSpPr>
      <dsp:spPr>
        <a:xfrm rot="13253">
          <a:off x="7607584" y="3564258"/>
          <a:ext cx="537311" cy="172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664773"/>
                <a:satOff val="17899"/>
                <a:lumOff val="-45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664773"/>
                <a:satOff val="17899"/>
                <a:lumOff val="-45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664773"/>
                <a:satOff val="17899"/>
                <a:lumOff val="-45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7607584" y="3598652"/>
        <a:ext cx="485569" cy="103484"/>
      </dsp:txXfrm>
    </dsp:sp>
    <dsp:sp modelId="{F3DE0550-E007-4589-B8C7-82A55FD01396}">
      <dsp:nvSpPr>
        <dsp:cNvPr id="0" name=""/>
        <dsp:cNvSpPr/>
      </dsp:nvSpPr>
      <dsp:spPr>
        <a:xfrm>
          <a:off x="8234445" y="3405734"/>
          <a:ext cx="4630652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727095"/>
                <a:satOff val="19577"/>
                <a:lumOff val="-50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727095"/>
                <a:satOff val="19577"/>
                <a:lumOff val="-50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727095"/>
                <a:satOff val="19577"/>
                <a:lumOff val="-50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>
              <a:latin typeface="Arial Rounded MT Bold" panose="020F0704030504030204" pitchFamily="34" charset="0"/>
            </a:rPr>
            <a:t>Applied FT </a:t>
          </a:r>
          <a:r>
            <a:rPr lang="en-US" sz="1400" b="0" i="0" kern="1200" dirty="0">
              <a:latin typeface="Arial Rounded MT Bold" panose="020F0704030504030204" pitchFamily="34" charset="0"/>
            </a:rPr>
            <a:t>for frequency-domain analysis</a:t>
          </a:r>
        </a:p>
      </dsp:txBody>
      <dsp:txXfrm>
        <a:off x="8249386" y="3420675"/>
        <a:ext cx="4600770" cy="480251"/>
      </dsp:txXfrm>
    </dsp:sp>
    <dsp:sp modelId="{96DD3BD3-13E2-4ECE-A92E-431F1AE2A1A5}">
      <dsp:nvSpPr>
        <dsp:cNvPr id="0" name=""/>
        <dsp:cNvSpPr/>
      </dsp:nvSpPr>
      <dsp:spPr>
        <a:xfrm rot="16200000">
          <a:off x="10433009" y="3163814"/>
          <a:ext cx="233525" cy="172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830966"/>
                <a:satOff val="22374"/>
                <a:lumOff val="-57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830966"/>
                <a:satOff val="22374"/>
                <a:lumOff val="-57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830966"/>
                <a:satOff val="22374"/>
                <a:lumOff val="-57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5400000">
        <a:off x="10498029" y="3185030"/>
        <a:ext cx="103484" cy="181783"/>
      </dsp:txXfrm>
    </dsp:sp>
    <dsp:sp modelId="{29A959FD-0A00-467D-BB23-038C7A3ACA7C}">
      <dsp:nvSpPr>
        <dsp:cNvPr id="0" name=""/>
        <dsp:cNvSpPr/>
      </dsp:nvSpPr>
      <dsp:spPr>
        <a:xfrm>
          <a:off x="8234445" y="2584233"/>
          <a:ext cx="4630652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872514"/>
                <a:satOff val="23492"/>
                <a:lumOff val="-60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872514"/>
                <a:satOff val="23492"/>
                <a:lumOff val="-60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872514"/>
                <a:satOff val="23492"/>
                <a:lumOff val="-60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Arial Rounded MT Bold" panose="020F0704030504030204" pitchFamily="34" charset="0"/>
            </a:rPr>
            <a:t>Extracted 20 mel-band features (0–2000 Hz)</a:t>
          </a:r>
        </a:p>
      </dsp:txBody>
      <dsp:txXfrm>
        <a:off x="8249386" y="2599174"/>
        <a:ext cx="4600770" cy="480251"/>
      </dsp:txXfrm>
    </dsp:sp>
    <dsp:sp modelId="{CCAC84A3-06CB-4544-AF97-21FBAF09FD63}">
      <dsp:nvSpPr>
        <dsp:cNvPr id="0" name=""/>
        <dsp:cNvSpPr/>
      </dsp:nvSpPr>
      <dsp:spPr>
        <a:xfrm rot="16200000">
          <a:off x="10441359" y="2353446"/>
          <a:ext cx="216826" cy="172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997159"/>
                <a:satOff val="26848"/>
                <a:lumOff val="-68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997159"/>
                <a:satOff val="26848"/>
                <a:lumOff val="-68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997159"/>
                <a:satOff val="26848"/>
                <a:lumOff val="-68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5400000">
        <a:off x="10498030" y="2383011"/>
        <a:ext cx="103484" cy="165084"/>
      </dsp:txXfrm>
    </dsp:sp>
    <dsp:sp modelId="{DB1D8083-6AA0-4FBD-B845-A5A74D351478}">
      <dsp:nvSpPr>
        <dsp:cNvPr id="0" name=""/>
        <dsp:cNvSpPr/>
      </dsp:nvSpPr>
      <dsp:spPr>
        <a:xfrm>
          <a:off x="8234445" y="1784997"/>
          <a:ext cx="4630652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017933"/>
                <a:satOff val="27408"/>
                <a:lumOff val="-70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017933"/>
                <a:satOff val="27408"/>
                <a:lumOff val="-70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017933"/>
                <a:satOff val="27408"/>
                <a:lumOff val="-70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Arial Rounded MT Bold" panose="020F0704030504030204" pitchFamily="34" charset="0"/>
            </a:rPr>
            <a:t>Stored features in 4 CSV files</a:t>
          </a:r>
        </a:p>
      </dsp:txBody>
      <dsp:txXfrm>
        <a:off x="8249386" y="1799938"/>
        <a:ext cx="4600770" cy="480251"/>
      </dsp:txXfrm>
    </dsp:sp>
    <dsp:sp modelId="{E6C168FB-A52F-4610-8FE9-F2C075FBF70E}">
      <dsp:nvSpPr>
        <dsp:cNvPr id="0" name=""/>
        <dsp:cNvSpPr/>
      </dsp:nvSpPr>
      <dsp:spPr>
        <a:xfrm rot="16338791">
          <a:off x="10451383" y="1545720"/>
          <a:ext cx="229748" cy="172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1163352"/>
                <a:satOff val="31323"/>
                <a:lumOff val="-80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163352"/>
                <a:satOff val="31323"/>
                <a:lumOff val="-80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163352"/>
                <a:satOff val="31323"/>
                <a:lumOff val="-80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5400000">
        <a:off x="10513471" y="1568803"/>
        <a:ext cx="103484" cy="178006"/>
      </dsp:txXfrm>
    </dsp:sp>
    <dsp:sp modelId="{F658D371-C33B-4152-9792-838F66735B9B}">
      <dsp:nvSpPr>
        <dsp:cNvPr id="0" name=""/>
        <dsp:cNvSpPr/>
      </dsp:nvSpPr>
      <dsp:spPr>
        <a:xfrm>
          <a:off x="8300385" y="968781"/>
          <a:ext cx="4564714" cy="5101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163352"/>
                <a:satOff val="31323"/>
                <a:lumOff val="-80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163352"/>
                <a:satOff val="31323"/>
                <a:lumOff val="-80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163352"/>
                <a:satOff val="31323"/>
                <a:lumOff val="-80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Arial Rounded MT Bold" panose="020F0704030504030204" pitchFamily="34" charset="0"/>
            </a:rPr>
            <a:t>Combined all CSVs into one final dataset</a:t>
          </a:r>
        </a:p>
      </dsp:txBody>
      <dsp:txXfrm>
        <a:off x="8315326" y="983722"/>
        <a:ext cx="4534832" cy="4802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EA1C5-0CC8-448E-AB1C-CF4E769F31DF}">
      <dsp:nvSpPr>
        <dsp:cNvPr id="0" name=""/>
        <dsp:cNvSpPr/>
      </dsp:nvSpPr>
      <dsp:spPr>
        <a:xfrm>
          <a:off x="5465" y="2529939"/>
          <a:ext cx="3075541" cy="15377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</a:rPr>
            <a:t>Data: 40 samples per genre (Classical, Pop, Jazz, Rock)</a:t>
          </a:r>
        </a:p>
      </dsp:txBody>
      <dsp:txXfrm>
        <a:off x="50505" y="2574979"/>
        <a:ext cx="2985461" cy="1447690"/>
      </dsp:txXfrm>
    </dsp:sp>
    <dsp:sp modelId="{B3B39C27-70DF-4913-818A-A0978CA52865}">
      <dsp:nvSpPr>
        <dsp:cNvPr id="0" name=""/>
        <dsp:cNvSpPr/>
      </dsp:nvSpPr>
      <dsp:spPr>
        <a:xfrm>
          <a:off x="3081007" y="3281488"/>
          <a:ext cx="1016708" cy="34672"/>
        </a:xfrm>
        <a:custGeom>
          <a:avLst/>
          <a:gdLst/>
          <a:ahLst/>
          <a:cxnLst/>
          <a:rect l="0" t="0" r="0" b="0"/>
          <a:pathLst>
            <a:path>
              <a:moveTo>
                <a:pt x="0" y="17336"/>
              </a:moveTo>
              <a:lnTo>
                <a:pt x="1016708" y="1733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63943" y="3273406"/>
        <a:ext cx="50835" cy="50835"/>
      </dsp:txXfrm>
    </dsp:sp>
    <dsp:sp modelId="{05920C62-BB07-46D1-85A8-981514BC4B23}">
      <dsp:nvSpPr>
        <dsp:cNvPr id="0" name=""/>
        <dsp:cNvSpPr/>
      </dsp:nvSpPr>
      <dsp:spPr>
        <a:xfrm>
          <a:off x="4097715" y="2529939"/>
          <a:ext cx="3075541" cy="15377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</a:rPr>
            <a:t>Features: DFT,  XM feature sets</a:t>
          </a:r>
        </a:p>
      </dsp:txBody>
      <dsp:txXfrm>
        <a:off x="4142755" y="2574979"/>
        <a:ext cx="2985461" cy="1447690"/>
      </dsp:txXfrm>
    </dsp:sp>
    <dsp:sp modelId="{59E8AC48-1604-475F-8D21-C9C881FA1677}">
      <dsp:nvSpPr>
        <dsp:cNvPr id="0" name=""/>
        <dsp:cNvSpPr/>
      </dsp:nvSpPr>
      <dsp:spPr>
        <a:xfrm rot="18221721">
          <a:off x="6765290" y="2519109"/>
          <a:ext cx="1832642" cy="34672"/>
        </a:xfrm>
        <a:custGeom>
          <a:avLst/>
          <a:gdLst/>
          <a:ahLst/>
          <a:cxnLst/>
          <a:rect l="0" t="0" r="0" b="0"/>
          <a:pathLst>
            <a:path>
              <a:moveTo>
                <a:pt x="0" y="17336"/>
              </a:moveTo>
              <a:lnTo>
                <a:pt x="1832642" y="1733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7635795" y="2490629"/>
        <a:ext cx="91632" cy="91632"/>
      </dsp:txXfrm>
    </dsp:sp>
    <dsp:sp modelId="{2A9E5CC1-4666-4637-BA2F-D6E95839481E}">
      <dsp:nvSpPr>
        <dsp:cNvPr id="0" name=""/>
        <dsp:cNvSpPr/>
      </dsp:nvSpPr>
      <dsp:spPr>
        <a:xfrm>
          <a:off x="8189965" y="1005182"/>
          <a:ext cx="3075541" cy="15377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</a:rPr>
            <a:t>Supervised: SVM and CART using    train /    test samples per genre</a:t>
          </a:r>
        </a:p>
      </dsp:txBody>
      <dsp:txXfrm>
        <a:off x="8235005" y="1050222"/>
        <a:ext cx="2985461" cy="1447690"/>
      </dsp:txXfrm>
    </dsp:sp>
    <dsp:sp modelId="{4685E880-A485-4822-B184-5EBDB19F0C2F}">
      <dsp:nvSpPr>
        <dsp:cNvPr id="0" name=""/>
        <dsp:cNvSpPr/>
      </dsp:nvSpPr>
      <dsp:spPr>
        <a:xfrm rot="3505160">
          <a:off x="6725302" y="4082692"/>
          <a:ext cx="1880973" cy="34672"/>
        </a:xfrm>
        <a:custGeom>
          <a:avLst/>
          <a:gdLst/>
          <a:ahLst/>
          <a:cxnLst/>
          <a:rect l="0" t="0" r="0" b="0"/>
          <a:pathLst>
            <a:path>
              <a:moveTo>
                <a:pt x="0" y="17336"/>
              </a:moveTo>
              <a:lnTo>
                <a:pt x="1880973" y="1733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7618764" y="4053004"/>
        <a:ext cx="94048" cy="94048"/>
      </dsp:txXfrm>
    </dsp:sp>
    <dsp:sp modelId="{E623D613-1624-4201-9DFF-8DC076B58177}">
      <dsp:nvSpPr>
        <dsp:cNvPr id="0" name=""/>
        <dsp:cNvSpPr/>
      </dsp:nvSpPr>
      <dsp:spPr>
        <a:xfrm>
          <a:off x="8158320" y="4132347"/>
          <a:ext cx="3075541" cy="15377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</a:rPr>
            <a:t>Unsupervised: PCA + K-means clustering</a:t>
          </a:r>
        </a:p>
      </dsp:txBody>
      <dsp:txXfrm>
        <a:off x="8203360" y="4177387"/>
        <a:ext cx="2985461" cy="14476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3E9A8-ADD3-419B-AA1B-B144C4507FA8}">
      <dsp:nvSpPr>
        <dsp:cNvPr id="0" name=""/>
        <dsp:cNvSpPr/>
      </dsp:nvSpPr>
      <dsp:spPr>
        <a:xfrm>
          <a:off x="543000" y="3296"/>
          <a:ext cx="2445401" cy="1467241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latin typeface="Arial Rounded MT Bold" panose="020F0704030504030204" pitchFamily="34" charset="0"/>
            </a:rPr>
            <a:t>Input: Combined normalized Mel-features.</a:t>
          </a:r>
          <a:endParaRPr lang="en-IN" sz="1800" kern="1200" dirty="0">
            <a:latin typeface="Arial Rounded MT Bold" panose="020F0704030504030204" pitchFamily="34" charset="0"/>
          </a:endParaRPr>
        </a:p>
      </dsp:txBody>
      <dsp:txXfrm>
        <a:off x="614625" y="74921"/>
        <a:ext cx="2302151" cy="1323991"/>
      </dsp:txXfrm>
    </dsp:sp>
    <dsp:sp modelId="{3F11D146-071F-4C7A-BEBD-44DF4C0CABED}">
      <dsp:nvSpPr>
        <dsp:cNvPr id="0" name=""/>
        <dsp:cNvSpPr/>
      </dsp:nvSpPr>
      <dsp:spPr>
        <a:xfrm>
          <a:off x="3232942" y="3296"/>
          <a:ext cx="2445401" cy="1467241"/>
        </a:xfrm>
        <a:prstGeom prst="roundRect">
          <a:avLst/>
        </a:prstGeom>
        <a:gradFill rotWithShape="0">
          <a:gsLst>
            <a:gs pos="0">
              <a:schemeClr val="accent4">
                <a:hueOff val="-193892"/>
                <a:satOff val="5221"/>
                <a:lumOff val="-13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93892"/>
                <a:satOff val="5221"/>
                <a:lumOff val="-13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93892"/>
                <a:satOff val="5221"/>
                <a:lumOff val="-13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latin typeface="Arial Rounded MT Bold" panose="020F0704030504030204" pitchFamily="34" charset="0"/>
            </a:rPr>
            <a:t>80/20 train–test split.</a:t>
          </a:r>
        </a:p>
      </dsp:txBody>
      <dsp:txXfrm>
        <a:off x="3304567" y="74921"/>
        <a:ext cx="2302151" cy="1323991"/>
      </dsp:txXfrm>
    </dsp:sp>
    <dsp:sp modelId="{A24A5FEF-C367-468F-9690-F1C89C0B8D14}">
      <dsp:nvSpPr>
        <dsp:cNvPr id="0" name=""/>
        <dsp:cNvSpPr/>
      </dsp:nvSpPr>
      <dsp:spPr>
        <a:xfrm>
          <a:off x="543000" y="1715077"/>
          <a:ext cx="2445401" cy="1467241"/>
        </a:xfrm>
        <a:prstGeom prst="roundRect">
          <a:avLst/>
        </a:prstGeom>
        <a:gradFill rotWithShape="0">
          <a:gsLst>
            <a:gs pos="0">
              <a:schemeClr val="accent4">
                <a:hueOff val="-387784"/>
                <a:satOff val="10441"/>
                <a:lumOff val="-26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387784"/>
                <a:satOff val="10441"/>
                <a:lumOff val="-26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387784"/>
                <a:satOff val="10441"/>
                <a:lumOff val="-26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0" kern="1200" dirty="0">
              <a:latin typeface="Arial Rounded MT Bold" panose="020F0704030504030204" pitchFamily="34" charset="0"/>
            </a:rPr>
            <a:t>Best Recall: Pop (1.00), Jazz (0.88) (</a:t>
          </a:r>
          <a:r>
            <a:rPr lang="en-IN" sz="1800" b="0" kern="1200" dirty="0">
              <a:latin typeface="Arial Rounded MT Bold" panose="020F0704030504030204" pitchFamily="34" charset="0"/>
            </a:rPr>
            <a:t>high recall ) model identifies them very well.</a:t>
          </a:r>
          <a:r>
            <a:rPr lang="en-US" altLang="en-US" sz="1800" b="0" kern="1200" dirty="0">
              <a:latin typeface="Arial Rounded MT Bold" panose="020F0704030504030204" pitchFamily="34" charset="0"/>
            </a:rPr>
            <a:t> </a:t>
          </a:r>
        </a:p>
      </dsp:txBody>
      <dsp:txXfrm>
        <a:off x="614625" y="1786702"/>
        <a:ext cx="2302151" cy="1323991"/>
      </dsp:txXfrm>
    </dsp:sp>
    <dsp:sp modelId="{B2AF40A3-A239-4FEF-9FED-9C2DF0DA924C}">
      <dsp:nvSpPr>
        <dsp:cNvPr id="0" name=""/>
        <dsp:cNvSpPr/>
      </dsp:nvSpPr>
      <dsp:spPr>
        <a:xfrm>
          <a:off x="3232942" y="1715077"/>
          <a:ext cx="2445401" cy="1467241"/>
        </a:xfrm>
        <a:prstGeom prst="roundRect">
          <a:avLst/>
        </a:prstGeom>
        <a:gradFill rotWithShape="0">
          <a:gsLst>
            <a:gs pos="0">
              <a:schemeClr val="accent4">
                <a:hueOff val="-581676"/>
                <a:satOff val="15662"/>
                <a:lumOff val="-40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581676"/>
                <a:satOff val="15662"/>
                <a:lumOff val="-40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581676"/>
                <a:satOff val="15662"/>
                <a:lumOff val="-40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latin typeface="Arial Rounded MT Bold" panose="020F0704030504030204" pitchFamily="34" charset="0"/>
            </a:rPr>
            <a:t>Lower Recall: Classical (0.62), Rock (0.50) - </a:t>
          </a:r>
          <a:r>
            <a:rPr lang="en-IN" sz="1800" kern="1200" dirty="0">
              <a:latin typeface="Arial Rounded MT Bold" panose="020F0704030504030204" pitchFamily="34" charset="0"/>
            </a:rPr>
            <a:t>more misclassifications</a:t>
          </a:r>
          <a:endParaRPr lang="en-US" altLang="en-US" sz="1800" kern="1200" dirty="0">
            <a:latin typeface="Arial Rounded MT Bold" panose="020F0704030504030204" pitchFamily="34" charset="0"/>
          </a:endParaRPr>
        </a:p>
      </dsp:txBody>
      <dsp:txXfrm>
        <a:off x="3304567" y="1786702"/>
        <a:ext cx="2302151" cy="1323991"/>
      </dsp:txXfrm>
    </dsp:sp>
    <dsp:sp modelId="{7EB3BD79-AB9A-4C07-BB4E-D27A2B6A1C0A}">
      <dsp:nvSpPr>
        <dsp:cNvPr id="0" name=""/>
        <dsp:cNvSpPr/>
      </dsp:nvSpPr>
      <dsp:spPr>
        <a:xfrm>
          <a:off x="543000" y="3426858"/>
          <a:ext cx="2445401" cy="1467241"/>
        </a:xfrm>
        <a:prstGeom prst="roundRect">
          <a:avLst/>
        </a:prstGeom>
        <a:gradFill rotWithShape="0">
          <a:gsLst>
            <a:gs pos="0">
              <a:schemeClr val="accent4">
                <a:hueOff val="-775568"/>
                <a:satOff val="20882"/>
                <a:lumOff val="-53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775568"/>
                <a:satOff val="20882"/>
                <a:lumOff val="-53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775568"/>
                <a:satOff val="20882"/>
                <a:lumOff val="-53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>
              <a:latin typeface="Arial Rounded MT Bold" panose="020F0704030504030204" pitchFamily="34" charset="0"/>
            </a:rPr>
            <a:t>High precision for Classical &amp; Rock - when predicted, they are correct.</a:t>
          </a:r>
          <a:endParaRPr lang="en-US" altLang="en-US" sz="1800" kern="1200" dirty="0">
            <a:latin typeface="Arial Rounded MT Bold" panose="020F0704030504030204" pitchFamily="34" charset="0"/>
          </a:endParaRPr>
        </a:p>
      </dsp:txBody>
      <dsp:txXfrm>
        <a:off x="614625" y="3498483"/>
        <a:ext cx="2302151" cy="1323991"/>
      </dsp:txXfrm>
    </dsp:sp>
    <dsp:sp modelId="{D9D3D688-80F4-4654-8854-497CEAEC168D}">
      <dsp:nvSpPr>
        <dsp:cNvPr id="0" name=""/>
        <dsp:cNvSpPr/>
      </dsp:nvSpPr>
      <dsp:spPr>
        <a:xfrm>
          <a:off x="3232942" y="3426858"/>
          <a:ext cx="2445401" cy="1467241"/>
        </a:xfrm>
        <a:prstGeom prst="roundRect">
          <a:avLst/>
        </a:prstGeom>
        <a:gradFill rotWithShape="0">
          <a:gsLst>
            <a:gs pos="0">
              <a:schemeClr val="accent4">
                <a:hueOff val="-969460"/>
                <a:satOff val="26103"/>
                <a:lumOff val="-67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969460"/>
                <a:satOff val="26103"/>
                <a:lumOff val="-67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969460"/>
                <a:satOff val="26103"/>
                <a:lumOff val="-67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latin typeface="Arial Rounded MT Bold" panose="020F0704030504030204" pitchFamily="34" charset="0"/>
            </a:rPr>
            <a:t>Accuracy: 0.75   Most important features: f1, f7, f20, f11</a:t>
          </a:r>
        </a:p>
      </dsp:txBody>
      <dsp:txXfrm>
        <a:off x="3304567" y="3498483"/>
        <a:ext cx="2302151" cy="1323991"/>
      </dsp:txXfrm>
    </dsp:sp>
    <dsp:sp modelId="{1568A448-A70D-4990-9FAE-E28BE3CCC92D}">
      <dsp:nvSpPr>
        <dsp:cNvPr id="0" name=""/>
        <dsp:cNvSpPr/>
      </dsp:nvSpPr>
      <dsp:spPr>
        <a:xfrm>
          <a:off x="1887971" y="5138639"/>
          <a:ext cx="2445401" cy="1467241"/>
        </a:xfrm>
        <a:prstGeom prst="roundRect">
          <a:avLst/>
        </a:prstGeom>
        <a:gradFill rotWithShape="0">
          <a:gsLst>
            <a:gs pos="0">
              <a:schemeClr val="accent4">
                <a:hueOff val="-1163352"/>
                <a:satOff val="31323"/>
                <a:lumOff val="-80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163352"/>
                <a:satOff val="31323"/>
                <a:lumOff val="-80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163352"/>
                <a:satOff val="31323"/>
                <a:lumOff val="-80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latin typeface="Arial Rounded MT Bold" panose="020F0704030504030204" pitchFamily="34" charset="0"/>
            </a:rPr>
            <a:t>Interpretation: Many genres share frequency patterns - moderate separability</a:t>
          </a:r>
        </a:p>
      </dsp:txBody>
      <dsp:txXfrm>
        <a:off x="1959596" y="5210264"/>
        <a:ext cx="2302151" cy="13239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69513-3CCB-4D27-A50B-592896F102B3}">
      <dsp:nvSpPr>
        <dsp:cNvPr id="0" name=""/>
        <dsp:cNvSpPr/>
      </dsp:nvSpPr>
      <dsp:spPr>
        <a:xfrm rot="5400000">
          <a:off x="2273451" y="554020"/>
          <a:ext cx="2143204" cy="186458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 Rounded MT Bold" panose="020F0704030504030204" pitchFamily="34" charset="0"/>
            </a:rPr>
            <a:t>Input: Standardized 20-D Mel features (before PCA</a:t>
          </a:r>
          <a:r>
            <a:rPr kumimoji="0" lang="en-US" altLang="en-US" sz="1000" b="0" i="0" u="none" strike="noStrike" kern="1200" cap="none" normalizeH="0" baseline="0" dirty="0">
              <a:ln/>
              <a:effectLst/>
              <a:latin typeface="Arial Rounded MT Bold" panose="020F0704030504030204" pitchFamily="34" charset="0"/>
            </a:rPr>
            <a:t>)</a:t>
          </a:r>
          <a:endParaRPr lang="en-IN" sz="1000" kern="1200" dirty="0"/>
        </a:p>
      </dsp:txBody>
      <dsp:txXfrm rot="-5400000">
        <a:off x="2703324" y="748695"/>
        <a:ext cx="1283457" cy="1475238"/>
      </dsp:txXfrm>
    </dsp:sp>
    <dsp:sp modelId="{4FCFA0C3-0113-41C0-BBB6-2871322F3243}">
      <dsp:nvSpPr>
        <dsp:cNvPr id="0" name=""/>
        <dsp:cNvSpPr/>
      </dsp:nvSpPr>
      <dsp:spPr>
        <a:xfrm>
          <a:off x="3307952" y="1087777"/>
          <a:ext cx="1485129" cy="798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2C2974-6696-4B7C-B699-37A74B743B0D}">
      <dsp:nvSpPr>
        <dsp:cNvPr id="0" name=""/>
        <dsp:cNvSpPr/>
      </dsp:nvSpPr>
      <dsp:spPr>
        <a:xfrm rot="5400000">
          <a:off x="1027036" y="786559"/>
          <a:ext cx="1610221" cy="1400892"/>
        </a:xfrm>
        <a:prstGeom prst="hexagon">
          <a:avLst>
            <a:gd name="adj" fmla="val 25000"/>
            <a:gd name="vf" fmla="val 11547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1350006" y="932821"/>
        <a:ext cx="964280" cy="1108369"/>
      </dsp:txXfrm>
    </dsp:sp>
    <dsp:sp modelId="{CBC1C5F4-7B6D-4884-A12F-B8D61A2EFA79}">
      <dsp:nvSpPr>
        <dsp:cNvPr id="0" name=""/>
        <dsp:cNvSpPr/>
      </dsp:nvSpPr>
      <dsp:spPr>
        <a:xfrm rot="5400000">
          <a:off x="1425345" y="2496705"/>
          <a:ext cx="2143204" cy="186458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 Rounded MT Bold" panose="020F0704030504030204" pitchFamily="34" charset="0"/>
            </a:rPr>
            <a:t>Insights (Without PCA ): Many samples collapsed into one cluster;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 Rounded MT Bold" panose="020F0704030504030204" pitchFamily="34" charset="0"/>
            </a:rPr>
            <a:t>Classical separated best, others overlapped</a:t>
          </a:r>
        </a:p>
      </dsp:txBody>
      <dsp:txXfrm rot="-5400000">
        <a:off x="1855218" y="2691380"/>
        <a:ext cx="1283457" cy="1475238"/>
      </dsp:txXfrm>
    </dsp:sp>
    <dsp:sp modelId="{E2B37F4E-3039-4402-B5AE-BA80323ABF4A}">
      <dsp:nvSpPr>
        <dsp:cNvPr id="0" name=""/>
        <dsp:cNvSpPr/>
      </dsp:nvSpPr>
      <dsp:spPr>
        <a:xfrm>
          <a:off x="2341" y="3029771"/>
          <a:ext cx="1437222" cy="798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CC9C9A-9450-4182-BFF0-BC0C9C61F46E}">
      <dsp:nvSpPr>
        <dsp:cNvPr id="0" name=""/>
        <dsp:cNvSpPr/>
      </dsp:nvSpPr>
      <dsp:spPr>
        <a:xfrm rot="5400000">
          <a:off x="2651355" y="2850118"/>
          <a:ext cx="1330761" cy="1157762"/>
        </a:xfrm>
        <a:prstGeom prst="hexagon">
          <a:avLst>
            <a:gd name="adj" fmla="val 25000"/>
            <a:gd name="vf" fmla="val 11547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2918272" y="2970996"/>
        <a:ext cx="796926" cy="916007"/>
      </dsp:txXfrm>
    </dsp:sp>
    <dsp:sp modelId="{81ACB244-B7CE-4F86-A294-852C4419C637}">
      <dsp:nvSpPr>
        <dsp:cNvPr id="0" name=""/>
        <dsp:cNvSpPr/>
      </dsp:nvSpPr>
      <dsp:spPr>
        <a:xfrm rot="5400000">
          <a:off x="2262950" y="4438698"/>
          <a:ext cx="2143204" cy="186458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 Rounded MT Bold" panose="020F0704030504030204" pitchFamily="34" charset="0"/>
            </a:rPr>
            <a:t>Insights (With PCA): Better structure than without PCA but clusters still overlap</a:t>
          </a:r>
          <a:endParaRPr lang="en-IN" sz="1200" b="0" kern="1200" dirty="0"/>
        </a:p>
      </dsp:txBody>
      <dsp:txXfrm rot="-5400000">
        <a:off x="2692823" y="4633373"/>
        <a:ext cx="1283457" cy="1475238"/>
      </dsp:txXfrm>
    </dsp:sp>
    <dsp:sp modelId="{572879F9-B55B-482C-AA9F-8501EC2D31A7}">
      <dsp:nvSpPr>
        <dsp:cNvPr id="0" name=""/>
        <dsp:cNvSpPr/>
      </dsp:nvSpPr>
      <dsp:spPr>
        <a:xfrm>
          <a:off x="3307952" y="4971764"/>
          <a:ext cx="1485129" cy="798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C04137-B343-4671-98BD-34EE656E6D89}">
      <dsp:nvSpPr>
        <dsp:cNvPr id="0" name=""/>
        <dsp:cNvSpPr/>
      </dsp:nvSpPr>
      <dsp:spPr>
        <a:xfrm rot="5400000">
          <a:off x="1027036" y="4670546"/>
          <a:ext cx="1610221" cy="1400892"/>
        </a:xfrm>
        <a:prstGeom prst="hexagon">
          <a:avLst>
            <a:gd name="adj" fmla="val 25000"/>
            <a:gd name="vf" fmla="val 11547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1350006" y="4816808"/>
        <a:ext cx="964280" cy="11083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438412-47CD-48FA-8005-E5A0FA17B73A}">
      <dsp:nvSpPr>
        <dsp:cNvPr id="0" name=""/>
        <dsp:cNvSpPr/>
      </dsp:nvSpPr>
      <dsp:spPr>
        <a:xfrm rot="5400000">
          <a:off x="2655617" y="1518985"/>
          <a:ext cx="1744133" cy="151739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 Rounded MT Bold" panose="020F0704030504030204" pitchFamily="34" charset="0"/>
            </a:rPr>
            <a:t>Captures non-linear patterns effectively</a:t>
          </a:r>
          <a:endParaRPr lang="en-IN" sz="1200" b="0" kern="1200" dirty="0">
            <a:latin typeface="Arial Rounded MT Bold" panose="020F0704030504030204" pitchFamily="34" charset="0"/>
          </a:endParaRPr>
        </a:p>
      </dsp:txBody>
      <dsp:txXfrm rot="-5400000">
        <a:off x="3005446" y="1677411"/>
        <a:ext cx="1044474" cy="1200545"/>
      </dsp:txXfrm>
    </dsp:sp>
    <dsp:sp modelId="{CFEAFDA6-D4CE-4771-8F68-2D64301E9911}">
      <dsp:nvSpPr>
        <dsp:cNvPr id="0" name=""/>
        <dsp:cNvSpPr/>
      </dsp:nvSpPr>
      <dsp:spPr>
        <a:xfrm>
          <a:off x="4332427" y="1754443"/>
          <a:ext cx="1946452" cy="10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6FCEA5-6A8B-4FA5-9815-26067F1C0406}">
      <dsp:nvSpPr>
        <dsp:cNvPr id="0" name=""/>
        <dsp:cNvSpPr/>
      </dsp:nvSpPr>
      <dsp:spPr>
        <a:xfrm rot="5400000">
          <a:off x="1016829" y="1518985"/>
          <a:ext cx="1744133" cy="1517396"/>
        </a:xfrm>
        <a:prstGeom prst="hexagon">
          <a:avLst>
            <a:gd name="adj" fmla="val 25000"/>
            <a:gd name="vf" fmla="val 11547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1366658" y="1677411"/>
        <a:ext cx="1044474" cy="1200545"/>
      </dsp:txXfrm>
    </dsp:sp>
    <dsp:sp modelId="{282382F4-2E55-4CE6-A3AA-4C89F6D5BAC1}">
      <dsp:nvSpPr>
        <dsp:cNvPr id="0" name=""/>
        <dsp:cNvSpPr/>
      </dsp:nvSpPr>
      <dsp:spPr>
        <a:xfrm rot="5400000">
          <a:off x="1833084" y="2999405"/>
          <a:ext cx="1744133" cy="151739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atin typeface="Arial Rounded MT Bold" panose="020F0704030504030204" pitchFamily="34" charset="0"/>
            </a:rPr>
            <a:t>Very high classification accuracy</a:t>
          </a:r>
          <a:endParaRPr lang="en-IN" sz="1100" b="0" kern="1200" dirty="0">
            <a:latin typeface="Arial Rounded MT Bold" panose="020F0704030504030204" pitchFamily="34" charset="0"/>
          </a:endParaRPr>
        </a:p>
      </dsp:txBody>
      <dsp:txXfrm rot="-5400000">
        <a:off x="2182913" y="3157831"/>
        <a:ext cx="1044474" cy="1200545"/>
      </dsp:txXfrm>
    </dsp:sp>
    <dsp:sp modelId="{B63A915E-76B5-4E94-8507-A35E8AEA553E}">
      <dsp:nvSpPr>
        <dsp:cNvPr id="0" name=""/>
        <dsp:cNvSpPr/>
      </dsp:nvSpPr>
      <dsp:spPr>
        <a:xfrm>
          <a:off x="0" y="3234864"/>
          <a:ext cx="1883664" cy="10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F72D2C-89D6-4108-9764-940C98A1346A}">
      <dsp:nvSpPr>
        <dsp:cNvPr id="0" name=""/>
        <dsp:cNvSpPr/>
      </dsp:nvSpPr>
      <dsp:spPr>
        <a:xfrm rot="5400000">
          <a:off x="3471871" y="2999405"/>
          <a:ext cx="1744133" cy="151739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 Rounded MT Bold" panose="020F0704030504030204" pitchFamily="34" charset="0"/>
            </a:rPr>
            <a:t>Strong precision and recall across genres</a:t>
          </a:r>
          <a:endParaRPr lang="en-IN" sz="1200" b="0" kern="1200" dirty="0">
            <a:latin typeface="Arial Rounded MT Bold" panose="020F0704030504030204" pitchFamily="34" charset="0"/>
          </a:endParaRPr>
        </a:p>
      </dsp:txBody>
      <dsp:txXfrm rot="-5400000">
        <a:off x="3821700" y="3157831"/>
        <a:ext cx="1044474" cy="1200545"/>
      </dsp:txXfrm>
    </dsp:sp>
    <dsp:sp modelId="{A5973E27-A138-4631-8BC4-758B4260010D}">
      <dsp:nvSpPr>
        <dsp:cNvPr id="0" name=""/>
        <dsp:cNvSpPr/>
      </dsp:nvSpPr>
      <dsp:spPr>
        <a:xfrm rot="5400000">
          <a:off x="2655617" y="4479826"/>
          <a:ext cx="1744133" cy="151739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 Rounded MT Bold" panose="020F0704030504030204" pitchFamily="34" charset="0"/>
            </a:rPr>
            <a:t>Strong ability to generalize to new audio samples</a:t>
          </a:r>
          <a:endParaRPr lang="en-IN" sz="1200" b="0" kern="1200" dirty="0">
            <a:latin typeface="Arial Rounded MT Bold" panose="020F0704030504030204" pitchFamily="34" charset="0"/>
          </a:endParaRPr>
        </a:p>
      </dsp:txBody>
      <dsp:txXfrm rot="-5400000">
        <a:off x="3005446" y="4638252"/>
        <a:ext cx="1044474" cy="1200545"/>
      </dsp:txXfrm>
    </dsp:sp>
    <dsp:sp modelId="{8181F258-3F64-4453-B5A6-EB81EAA4B550}">
      <dsp:nvSpPr>
        <dsp:cNvPr id="0" name=""/>
        <dsp:cNvSpPr/>
      </dsp:nvSpPr>
      <dsp:spPr>
        <a:xfrm>
          <a:off x="4332427" y="4715284"/>
          <a:ext cx="1946452" cy="10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F29543-6E97-4F26-AFE2-BC234090EDFB}">
      <dsp:nvSpPr>
        <dsp:cNvPr id="0" name=""/>
        <dsp:cNvSpPr/>
      </dsp:nvSpPr>
      <dsp:spPr>
        <a:xfrm rot="5400000">
          <a:off x="1016829" y="4479826"/>
          <a:ext cx="1744133" cy="151739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rial Rounded MT Bold" panose="020F0704030504030204" pitchFamily="34" charset="0"/>
            </a:rPr>
            <a:t>Feature scaling essential for performance</a:t>
          </a:r>
          <a:endParaRPr lang="en-IN" sz="1200" kern="1200" dirty="0">
            <a:latin typeface="Arial Rounded MT Bold" panose="020F0704030504030204" pitchFamily="34" charset="0"/>
          </a:endParaRPr>
        </a:p>
      </dsp:txBody>
      <dsp:txXfrm rot="-5400000">
        <a:off x="1366658" y="4638252"/>
        <a:ext cx="1044474" cy="12005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B51F8-0C9F-4C74-ADD5-DB19066F29C6}">
      <dsp:nvSpPr>
        <dsp:cNvPr id="0" name=""/>
        <dsp:cNvSpPr/>
      </dsp:nvSpPr>
      <dsp:spPr>
        <a:xfrm>
          <a:off x="0" y="1069751"/>
          <a:ext cx="3600152" cy="2160091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Arial Rounded MT Bold" panose="020F0704030504030204" pitchFamily="34" charset="0"/>
            </a:rPr>
            <a:t>SVM performs </a:t>
          </a:r>
          <a:r>
            <a:rPr lang="en-IN" sz="2000" kern="1200">
              <a:latin typeface="Arial Rounded MT Bold" panose="020F0704030504030204" pitchFamily="34" charset="0"/>
            </a:rPr>
            <a:t>best → </a:t>
          </a:r>
          <a:r>
            <a:rPr lang="en-IN" sz="2000" kern="1200" dirty="0">
              <a:latin typeface="Arial Rounded MT Bold" panose="020F0704030504030204" pitchFamily="34" charset="0"/>
            </a:rPr>
            <a:t>highest accuracy &amp; strongest genre separation</a:t>
          </a:r>
        </a:p>
      </dsp:txBody>
      <dsp:txXfrm>
        <a:off x="105447" y="1175198"/>
        <a:ext cx="3389258" cy="1949197"/>
      </dsp:txXfrm>
    </dsp:sp>
    <dsp:sp modelId="{7484BFA8-4ADB-4F69-9019-85624E40C547}">
      <dsp:nvSpPr>
        <dsp:cNvPr id="0" name=""/>
        <dsp:cNvSpPr/>
      </dsp:nvSpPr>
      <dsp:spPr>
        <a:xfrm>
          <a:off x="3960167" y="1069751"/>
          <a:ext cx="3600152" cy="2160091"/>
        </a:xfrm>
        <a:prstGeom prst="roundRect">
          <a:avLst/>
        </a:prstGeom>
        <a:gradFill rotWithShape="0">
          <a:gsLst>
            <a:gs pos="0">
              <a:schemeClr val="accent4">
                <a:hueOff val="-581676"/>
                <a:satOff val="15662"/>
                <a:lumOff val="-40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581676"/>
                <a:satOff val="15662"/>
                <a:lumOff val="-40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581676"/>
                <a:satOff val="15662"/>
                <a:lumOff val="-40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Arial Rounded MT Bold" panose="020F0704030504030204" pitchFamily="34" charset="0"/>
            </a:rPr>
            <a:t>CART is moderate → works but limited by overlapping feature patterns</a:t>
          </a:r>
        </a:p>
      </dsp:txBody>
      <dsp:txXfrm>
        <a:off x="4065614" y="1175198"/>
        <a:ext cx="3389258" cy="1949197"/>
      </dsp:txXfrm>
    </dsp:sp>
    <dsp:sp modelId="{4CF37203-3BF1-4E41-A1DE-8D0B03FC2041}">
      <dsp:nvSpPr>
        <dsp:cNvPr id="0" name=""/>
        <dsp:cNvSpPr/>
      </dsp:nvSpPr>
      <dsp:spPr>
        <a:xfrm>
          <a:off x="7920335" y="1069751"/>
          <a:ext cx="3600152" cy="2160091"/>
        </a:xfrm>
        <a:prstGeom prst="roundRect">
          <a:avLst/>
        </a:prstGeom>
        <a:gradFill rotWithShape="0">
          <a:gsLst>
            <a:gs pos="0">
              <a:schemeClr val="accent4">
                <a:hueOff val="-1163352"/>
                <a:satOff val="31323"/>
                <a:lumOff val="-80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163352"/>
                <a:satOff val="31323"/>
                <a:lumOff val="-80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163352"/>
                <a:satOff val="31323"/>
                <a:lumOff val="-80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Arial Rounded MT Bold" panose="020F0704030504030204" pitchFamily="34" charset="0"/>
            </a:rPr>
            <a:t>K-Means struggles → unsupervised clustering insufficient with current features</a:t>
          </a:r>
        </a:p>
      </dsp:txBody>
      <dsp:txXfrm>
        <a:off x="8025782" y="1175198"/>
        <a:ext cx="3389258" cy="1949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B14FA-C468-472B-9A20-086293A05D3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2CE6D-ABB9-4361-B6CA-93E0A5C9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167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2CE6D-ABB9-4361-B6CA-93E0A5C92DE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3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88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95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3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6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849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2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3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5201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9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25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48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34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286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606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1429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21626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1647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517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834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982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2192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248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38766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801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3714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9153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5602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830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4401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512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078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1294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5375477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7664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9069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9601753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4593503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457571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1867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5613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9474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2915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7103444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523762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9293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6363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6345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6785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1676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320260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3990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9307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9C6C-E5BE-6DC4-8F49-F3795F697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3A436-EA48-A543-FA20-4AAC307D8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7D0E0-ACD0-173D-9CBE-B3A6AB73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8382C-DC7C-8791-C013-B4051ABC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75CCD-7AEB-3F22-78B4-9D97C42D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18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5">
            <a:alphaModFix amt="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A2D1A71-991A-49A2-A793-E130FA2812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7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F26B43"/>
          </p15:clr>
        </p15:guide>
        <p15:guide id="2" pos="234">
          <p15:clr>
            <a:srgbClr val="F26B43"/>
          </p15:clr>
        </p15:guide>
        <p15:guide id="3" orient="horz" pos="4133">
          <p15:clr>
            <a:srgbClr val="F26B43"/>
          </p15:clr>
        </p15:guide>
        <p15:guide id="4" pos="7491">
          <p15:clr>
            <a:srgbClr val="F26B43"/>
          </p15:clr>
        </p15:guide>
        <p15:guide id="5" orient="horz" pos="640">
          <p15:clr>
            <a:srgbClr val="F26B43"/>
          </p15:clr>
        </p15:guide>
        <p15:guide id="6" orient="horz" pos="777">
          <p15:clr>
            <a:srgbClr val="F26B43"/>
          </p15:clr>
        </p15:guide>
        <p15:guide id="7" orient="horz" pos="4020">
          <p15:clr>
            <a:srgbClr val="F26B43"/>
          </p15:clr>
        </p15:guide>
        <p15:guide id="8" orient="horz" pos="39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chart" Target="../charts/chart1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chart" Target="../charts/chart2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chart" Target="../charts/chart3.xml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FA93C-A8B4-D235-A5B8-983B8357F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87136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0" dirty="0">
                <a:latin typeface="Arial Rounded MT Bold" panose="020F0704030504030204" pitchFamily="34" charset="0"/>
              </a:rPr>
              <a:t>Clustering Music by Genres Using</a:t>
            </a:r>
            <a:br>
              <a:rPr lang="en-US" sz="4000" b="0" dirty="0">
                <a:latin typeface="Arial Rounded MT Bold" panose="020F0704030504030204" pitchFamily="34" charset="0"/>
              </a:rPr>
            </a:br>
            <a:r>
              <a:rPr lang="en-US" sz="4000" b="0" dirty="0">
                <a:latin typeface="Arial Rounded MT Bold" panose="020F0704030504030204" pitchFamily="34" charset="0"/>
              </a:rPr>
              <a:t>Supervised and Unsupervised Algorithms</a:t>
            </a:r>
            <a:endParaRPr lang="en-IN" sz="4000" b="0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702AC-5432-B2E9-5F0C-606901474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538645"/>
            <a:ext cx="9144000" cy="1655762"/>
          </a:xfrm>
        </p:spPr>
        <p:txBody>
          <a:bodyPr numCol="1" anchor="ctr">
            <a:normAutofit/>
          </a:bodyPr>
          <a:lstStyle/>
          <a:p>
            <a:r>
              <a:rPr lang="en-IN" sz="1800" dirty="0">
                <a:latin typeface="Arial Rounded MT Bold" panose="020F0704030504030204" pitchFamily="34" charset="0"/>
              </a:rPr>
              <a:t>	</a:t>
            </a:r>
            <a:r>
              <a:rPr lang="en-IN" sz="1800" dirty="0" err="1">
                <a:latin typeface="Arial Rounded MT Bold" panose="020F0704030504030204" pitchFamily="34" charset="0"/>
              </a:rPr>
              <a:t>Mrittika</a:t>
            </a:r>
            <a:r>
              <a:rPr lang="en-IN" sz="1800" dirty="0">
                <a:latin typeface="Arial Rounded MT Bold" panose="020F0704030504030204" pitchFamily="34" charset="0"/>
              </a:rPr>
              <a:t> Das (A25CE09011)  |  Anjali Sanjay </a:t>
            </a:r>
            <a:r>
              <a:rPr lang="en-IN" sz="1800" dirty="0" err="1">
                <a:latin typeface="Arial Rounded MT Bold" panose="020F0704030504030204" pitchFamily="34" charset="0"/>
              </a:rPr>
              <a:t>Kashide</a:t>
            </a:r>
            <a:r>
              <a:rPr lang="en-IN" sz="1800" dirty="0">
                <a:latin typeface="Arial Rounded MT Bold" panose="020F0704030504030204" pitchFamily="34" charset="0"/>
              </a:rPr>
              <a:t>  (25AI06001)</a:t>
            </a:r>
          </a:p>
          <a:p>
            <a:r>
              <a:rPr lang="en-IN" sz="1800" dirty="0">
                <a:latin typeface="Arial Rounded MT Bold" panose="020F0704030504030204" pitchFamily="34" charset="0"/>
              </a:rPr>
              <a:t>    Anwesha Chakraborty (25CL06002)  |  Sayali Abhay </a:t>
            </a:r>
            <a:r>
              <a:rPr lang="en-IN" sz="1800" dirty="0" err="1">
                <a:latin typeface="Arial Rounded MT Bold" panose="020F0704030504030204" pitchFamily="34" charset="0"/>
              </a:rPr>
              <a:t>Khamitkar</a:t>
            </a:r>
            <a:r>
              <a:rPr lang="en-IN" sz="1800" dirty="0">
                <a:latin typeface="Arial Rounded MT Bold" panose="020F0704030504030204" pitchFamily="34" charset="0"/>
              </a:rPr>
              <a:t> (22CS01052)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3A1CA8-8148-5A64-848A-60E5DC5604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1" t="15834" r="24110" b="18633"/>
          <a:stretch>
            <a:fillRect/>
          </a:stretch>
        </p:blipFill>
        <p:spPr bwMode="auto">
          <a:xfrm>
            <a:off x="5608154" y="5038743"/>
            <a:ext cx="975692" cy="91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71A70B-49C7-14BF-59D3-0A00257E3BF0}"/>
              </a:ext>
            </a:extLst>
          </p:cNvPr>
          <p:cNvSpPr txBox="1"/>
          <p:nvPr/>
        </p:nvSpPr>
        <p:spPr>
          <a:xfrm>
            <a:off x="3274529" y="5958316"/>
            <a:ext cx="56429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Indian Institute of Technology Bhubaneswar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917F500-9853-2C11-0257-26A73EF2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1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62B74-C042-E135-168F-FC9F51E2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Introduction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A19D6-EA8B-07BB-5AD5-F8215997E108}"/>
              </a:ext>
            </a:extLst>
          </p:cNvPr>
          <p:cNvSpPr txBox="1"/>
          <p:nvPr/>
        </p:nvSpPr>
        <p:spPr>
          <a:xfrm>
            <a:off x="1592331" y="3696385"/>
            <a:ext cx="3421546" cy="2311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</a:rPr>
              <a:t>Goal</a:t>
            </a:r>
          </a:p>
          <a:p>
            <a:pPr marR="0" lvl="0" algn="just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</a:rPr>
              <a:t>Automatically classify music genres using raw audio signals.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84D5B-AB33-5789-21B7-76F859ED3C46}"/>
              </a:ext>
            </a:extLst>
          </p:cNvPr>
          <p:cNvSpPr txBox="1"/>
          <p:nvPr/>
        </p:nvSpPr>
        <p:spPr>
          <a:xfrm>
            <a:off x="6228315" y="3770251"/>
            <a:ext cx="5071441" cy="2237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</a:rPr>
              <a:t>Approach</a:t>
            </a:r>
          </a:p>
          <a:p>
            <a:pPr algn="just">
              <a:lnSpc>
                <a:spcPct val="150000"/>
              </a:lnSpc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</a:rPr>
              <a:t>Apply DFT-based features with SVM and CART (supervised) and K-means (unsupervised).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848004-CBBB-C095-6ACD-1B19C0E3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2</a:t>
            </a:fld>
            <a:endParaRPr lang="en-IN"/>
          </a:p>
        </p:txBody>
      </p:sp>
      <p:pic>
        <p:nvPicPr>
          <p:cNvPr id="5122" name="Picture 2" descr="future simple | Baamboozle - Baamboozle | The Most Fun Classroom Games!">
            <a:extLst>
              <a:ext uri="{FF2B5EF4-FFF2-40B4-BE49-F238E27FC236}">
                <a16:creationId xmlns:a16="http://schemas.microsoft.com/office/drawing/2014/main" id="{81BF87C5-8372-560D-B84C-771E83A40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679" y="1636403"/>
            <a:ext cx="22288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Animated Illustration of Three Gears | UGOKAWA">
            <a:extLst>
              <a:ext uri="{FF2B5EF4-FFF2-40B4-BE49-F238E27FC236}">
                <a16:creationId xmlns:a16="http://schemas.microsoft.com/office/drawing/2014/main" id="{B9887F3B-DBEA-9099-9B36-495861BB3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1349618"/>
            <a:ext cx="2478570" cy="247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49920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31DB-FFD7-785E-D658-D2A9A78BF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53" y="252527"/>
            <a:ext cx="3822837" cy="93427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Data Preparation Workflow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8DB55-BC28-C88F-E41F-1C8F4878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09B5D63-0D55-6F2D-60F6-E299C35267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0546575"/>
              </p:ext>
            </p:extLst>
          </p:nvPr>
        </p:nvGraphicFramePr>
        <p:xfrm>
          <a:off x="-1346200" y="1744950"/>
          <a:ext cx="12865100" cy="6138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705171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BE75-7445-D7B4-8A57-CEBD59A5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495DD-70C4-2ED0-C8F3-EECF5351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9E4E69F-E229-BE8E-0AE8-4E50A2973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6299041"/>
              </p:ext>
            </p:extLst>
          </p:nvPr>
        </p:nvGraphicFramePr>
        <p:xfrm>
          <a:off x="496231" y="260351"/>
          <a:ext cx="11270973" cy="6597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780559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9D68-5434-2D74-2707-98DBB768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40322-D5A5-B73E-086F-170D0197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CART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A3C58-834A-67B7-38C6-3FFD746F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DE746A5-D5F5-0282-4B71-B044DB1906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157508"/>
              </p:ext>
            </p:extLst>
          </p:nvPr>
        </p:nvGraphicFramePr>
        <p:xfrm>
          <a:off x="5970655" y="178905"/>
          <a:ext cx="6221345" cy="6609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FFFC691A-41A3-752C-1659-FF61043E9D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635366"/>
              </p:ext>
            </p:extLst>
          </p:nvPr>
        </p:nvGraphicFramePr>
        <p:xfrm>
          <a:off x="-149086" y="1007647"/>
          <a:ext cx="6927574" cy="58503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28457629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CB62BD-7065-6B95-4993-DCB90EF58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98D21C-D329-F52E-EC36-6EEB6B98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CART </a:t>
            </a:r>
            <a:br>
              <a:rPr lang="en-IN" dirty="0">
                <a:latin typeface="Arial Rounded MT Bold" panose="020F0704030504030204" pitchFamily="34" charset="0"/>
              </a:rPr>
            </a:br>
            <a:r>
              <a:rPr lang="en-IN" dirty="0">
                <a:latin typeface="Arial Rounded MT Bold" panose="020F0704030504030204" pitchFamily="34" charset="0"/>
              </a:rPr>
              <a:t>(Decision Tree)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AECE7-0EA8-CC9F-3389-9FE49E92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40382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4FF27-A838-A98A-A4E2-8F3046C4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19D7-8F46-0E4D-BDAC-96DE547D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Arial Rounded MT Bold" panose="020F0704030504030204" pitchFamily="34" charset="0"/>
              </a:rPr>
              <a:t>K-Means Clustering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1E4E0-4276-B412-2C25-4D90C1A1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5A36443-F041-AE8E-A800-673DD11B05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4102930"/>
              </p:ext>
            </p:extLst>
          </p:nvPr>
        </p:nvGraphicFramePr>
        <p:xfrm>
          <a:off x="7396576" y="1"/>
          <a:ext cx="4795424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9AF19A3-DC7E-FA5E-5C9F-A1F2C4E4D3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7653298"/>
              </p:ext>
            </p:extLst>
          </p:nvPr>
        </p:nvGraphicFramePr>
        <p:xfrm>
          <a:off x="481496" y="1163311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267320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BD214-B7ED-A8DC-EF87-5F3C5C85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3A363-0ADB-88F1-B66D-6F18CCA6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Support Vector Machine (SVM) Classification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986D7A6-8B68-D046-1661-614298D93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6824339"/>
              </p:ext>
            </p:extLst>
          </p:nvPr>
        </p:nvGraphicFramePr>
        <p:xfrm>
          <a:off x="0" y="1246738"/>
          <a:ext cx="7639463" cy="5107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8A5C2-87E1-FA3B-7A6E-E351CE38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8</a:t>
            </a:fld>
            <a:endParaRPr lang="en-IN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EFB651C-F75B-EF0C-4C1A-6000CED637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003940"/>
              </p:ext>
            </p:extLst>
          </p:nvPr>
        </p:nvGraphicFramePr>
        <p:xfrm>
          <a:off x="6888480" y="0"/>
          <a:ext cx="6278880" cy="7516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5315898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F0F9-D3EE-ABFD-DA28-D00CE5DA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A097E-4D89-CC55-13F0-A0FFC66E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72E19-01F3-C833-966A-8FCCBB773EE8}"/>
              </a:ext>
            </a:extLst>
          </p:cNvPr>
          <p:cNvSpPr txBox="1"/>
          <p:nvPr/>
        </p:nvSpPr>
        <p:spPr>
          <a:xfrm>
            <a:off x="371474" y="1275847"/>
            <a:ext cx="10730534" cy="168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Arial Rounded MT Bold" panose="020F0704030504030204" pitchFamily="34" charset="0"/>
              </a:rPr>
              <a:t>The results confirm that supervised learning—particularly SVM—captures genre-specific patterns far more effectively than CART or unsupervised clustering methods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822299E3-2891-B60F-0579-3B345AD5C3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81372"/>
              </p:ext>
            </p:extLst>
          </p:nvPr>
        </p:nvGraphicFramePr>
        <p:xfrm>
          <a:off x="371474" y="2558405"/>
          <a:ext cx="11520488" cy="4299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150491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6D479-D527-38C9-D563-5A65A054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usic Clipart - musical-notes-animation - Classroom Clipart">
            <a:extLst>
              <a:ext uri="{FF2B5EF4-FFF2-40B4-BE49-F238E27FC236}">
                <a16:creationId xmlns:a16="http://schemas.microsoft.com/office/drawing/2014/main" id="{48CF44A0-7803-74F7-64EA-3F73B9252E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19"/>
          <a:stretch>
            <a:fillRect/>
          </a:stretch>
        </p:blipFill>
        <p:spPr bwMode="auto">
          <a:xfrm rot="240308">
            <a:off x="7359811" y="4670065"/>
            <a:ext cx="5202709" cy="215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19EFC-FE37-A09A-BB49-A6B0045D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References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37B390-5B85-D94F-99B4-4BDE0F6A9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756" y="1531663"/>
            <a:ext cx="11520487" cy="1052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K. Kim, W. Yun, and R. Kim, “Clustering Music by Genres Using Supervised and Unsupervised Algorithms,” 2024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D436A-E0B5-A66F-9108-A7B0E182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42EEE0-BE04-DDA6-D4EA-98912FC094B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98177" y="427854"/>
            <a:ext cx="629911" cy="52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6959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n by Gabriela Pineda on GIFS | Music notes, Gif, Happy gif">
            <a:extLst>
              <a:ext uri="{FF2B5EF4-FFF2-40B4-BE49-F238E27FC236}">
                <a16:creationId xmlns:a16="http://schemas.microsoft.com/office/drawing/2014/main" id="{A2E1E3FE-5988-293D-9B3F-0E0FD533A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CFEFC"/>
              </a:clrFrom>
              <a:clrTo>
                <a:srgbClr val="FCFE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458" y="1802710"/>
            <a:ext cx="1801882" cy="1801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9299B-1DBE-EA1E-EFD5-086A2D50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1A71-991A-49A2-A793-E130FA2812D2}" type="slidenum">
              <a:rPr lang="en-IN" smtClean="0"/>
              <a:t>11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6DAF6-7ED9-92B1-2137-6898A565AF12}"/>
              </a:ext>
            </a:extLst>
          </p:cNvPr>
          <p:cNvSpPr/>
          <p:nvPr/>
        </p:nvSpPr>
        <p:spPr>
          <a:xfrm>
            <a:off x="4269125" y="2967335"/>
            <a:ext cx="36537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Rounded MT Bold" panose="020F0704030504030204" pitchFamily="34" charset="0"/>
              </a:rPr>
              <a:t>Thank You</a:t>
            </a:r>
            <a:endParaRPr lang="en-US" sz="540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680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esentabl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ble" id="{46C70E24-93F0-43AF-BF56-2CF17219D150}" vid="{615A9F13-82C8-45A8-B7EF-02D7022BFD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presentable</Template>
  <TotalTime>586</TotalTime>
  <Words>427</Words>
  <Application>Microsoft Office PowerPoint</Application>
  <PresentationFormat>Widescreen</PresentationFormat>
  <Paragraphs>63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presentable</vt:lpstr>
      <vt:lpstr>Clustering Music by Genres Using Supervised and Unsupervised Algorithms</vt:lpstr>
      <vt:lpstr>Introduction</vt:lpstr>
      <vt:lpstr>Data Preparation Workflow</vt:lpstr>
      <vt:lpstr>Methodology</vt:lpstr>
      <vt:lpstr>CART Classification</vt:lpstr>
      <vt:lpstr>CART  (Decision Tree)</vt:lpstr>
      <vt:lpstr>K-Means Clustering</vt:lpstr>
      <vt:lpstr>Support Vector Machine (SVM) Classification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MRITTIKA DAS</dc:creator>
  <cp:lastModifiedBy>ANWESHA CHAKRABORTY</cp:lastModifiedBy>
  <cp:revision>24</cp:revision>
  <dcterms:created xsi:type="dcterms:W3CDTF">2025-11-15T05:08:33Z</dcterms:created>
  <dcterms:modified xsi:type="dcterms:W3CDTF">2025-11-17T12:37:17Z</dcterms:modified>
</cp:coreProperties>
</file>